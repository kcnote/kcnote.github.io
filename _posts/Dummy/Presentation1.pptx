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>
        <p:scale>
          <a:sx n="150" d="100"/>
          <a:sy n="150" d="100"/>
        </p:scale>
        <p:origin x="62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C0A08-A37B-C6FB-7831-12796DF4AF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B8CD2B-C499-FF24-9E67-524A832831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ko-KR"/>
              <a:t>Click to edit Master subtitle style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483C24-4AD2-53C7-E099-E024B056A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A61C8E-CDB1-490C-8411-DA3C15B32211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47DEF5-92F1-9111-919B-D19268D6C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443F08-58F2-C5D3-B9BB-063FA078C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FE89C-7D38-4970-BD46-D4C4A58C97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31932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5B658-52E8-A83F-42D1-677BAAF53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0A3229-22C8-7CC2-F96C-8BA8ED0602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656521-721A-5BF6-40F0-2A7340F6AC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A61C8E-CDB1-490C-8411-DA3C15B32211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A6F814-7537-5E5F-92B5-7F280F901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5616C4-6BAD-9B09-EE6F-58643A71E7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FE89C-7D38-4970-BD46-D4C4A58C97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06146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1F889-4614-C5F6-0F1A-9E56BF40DB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5BDBAD-253B-90AB-1F92-22387DCE65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BD2D0A-2505-9E97-6AF8-D218B23A2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A61C8E-CDB1-490C-8411-DA3C15B32211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31337D-CE8F-C662-F9B9-D661A38CC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2DEABE-A170-4297-BDD6-47DEF9B96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FE89C-7D38-4970-BD46-D4C4A58C97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80825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17FA6-C8A6-9BFE-8D7B-D2917F374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D31028-7A68-F8AC-325C-98A746654A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C18E65-79D6-97AC-C56C-8AFC37E400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AC0EA4-C1D7-136E-1041-2E0CD773C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A61C8E-CDB1-490C-8411-DA3C15B32211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B53715-210C-89B5-1C03-198EAC044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2A4AE6-FF7E-1B7B-B365-58E832934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FE89C-7D38-4970-BD46-D4C4A58C97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4686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FC42F-35B9-A3D8-1B61-DC4BD0663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31BB0F-08FF-4809-60EA-7528AECDAF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CC87C5-2665-CA80-0D14-2B0210B6D9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1A08076-3743-5E2B-8822-D948107B8E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FB6EF2-3DA8-10E9-1B6F-5F12DA1029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B37E069-E3B4-0465-889F-25C69F387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A61C8E-CDB1-490C-8411-DA3C15B32211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FB1574B-ED74-95DC-1A6C-687419E41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5DBF0B-0AAD-C52C-81FF-C8C6E44E3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FE89C-7D38-4970-BD46-D4C4A58C97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28339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B7952-F159-1638-813B-FD2B75FBEF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E2E983-9BF3-3EBB-C321-F5403172D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A61C8E-CDB1-490C-8411-DA3C15B32211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8AC86A-F84B-D175-41C5-62C6AFFC1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0F225F-1888-7779-EB29-6CD5C3945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FE89C-7D38-4970-BD46-D4C4A58C97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069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97D031-FC71-5FAC-923D-B9F018AA6B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A61C8E-CDB1-490C-8411-DA3C15B32211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4284ACE-D761-B329-D959-9D8B982D43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E5C8FB-162B-D156-53DA-D25331F72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FE89C-7D38-4970-BD46-D4C4A58C97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4169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A5ACF-37CE-2639-9238-FFD308B41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30BE03-11FD-AE0F-33C5-2C7013E88D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5F096E-8684-735A-1171-0998CAF26D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D4DB99-7E70-AB20-3392-B5FF7A2EE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A61C8E-CDB1-490C-8411-DA3C15B32211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E39051-B179-8EA5-E236-656D771DB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0DB742-8E77-A160-44FA-BD6AAE657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FE89C-7D38-4970-BD46-D4C4A58C97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74848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6F6DA-E11B-D557-086E-0C4D4B0103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E11FC51-11D4-E306-67A8-7A776EDA91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18BBA9-D4B3-65A8-C51C-7A275E239E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355746-4019-5288-F29D-21D32B149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A61C8E-CDB1-490C-8411-DA3C15B32211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A3D943-3C85-CE5E-BF96-A4AF23B2A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E16679-3ADA-8F1D-699B-AEA9BF999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FE89C-7D38-4970-BD46-D4C4A58C97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706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6624B-AF72-3DAF-3BFA-B1EB180CE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AF7D31-A554-9021-A97F-08AAEEE314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F3D360-FDAA-563C-2B93-AA8CB3995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A61C8E-CDB1-490C-8411-DA3C15B32211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E7F846-1C3E-366A-AA69-202394AFFA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4085D0-3BDC-B532-1AF4-E4464F611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FE89C-7D38-4970-BD46-D4C4A58C97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56117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710868-A3DD-B8D6-DF8F-4025D3E66D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88338A-D9D6-15F1-7BE3-418DF2046A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0DCCAC-6364-8EF5-32BA-18764F993D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A61C8E-CDB1-490C-8411-DA3C15B32211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56A63B-79D8-5536-4CD5-AD02A29355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29F797-C9D5-D392-5274-C8E7F11DC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FE89C-7D38-4970-BD46-D4C4A58C97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83035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E29B352-C722-0E96-8FB1-4B4C3926B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D164B7-10B1-AA76-F0DE-42313E5817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B591B3-122C-7180-ABCE-B1EC655F9A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A61C8E-CDB1-490C-8411-DA3C15B32211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93310E-08C2-1AEB-5F20-E8C5253789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7153E7-6F70-389E-2042-8A418BA26B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AFE89C-7D38-4970-BD46-D4C4A58C97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6523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6781355-3DF5-15CE-FFCC-73D197DBB3CC}"/>
              </a:ext>
            </a:extLst>
          </p:cNvPr>
          <p:cNvSpPr/>
          <p:nvPr/>
        </p:nvSpPr>
        <p:spPr>
          <a:xfrm>
            <a:off x="990600" y="5875020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I</a:t>
            </a:r>
            <a:endParaRPr lang="ko-KR" altLang="en-US" sz="1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95D7E2C-0329-4110-9303-B06AE0CF4417}"/>
              </a:ext>
            </a:extLst>
          </p:cNvPr>
          <p:cNvSpPr/>
          <p:nvPr/>
        </p:nvSpPr>
        <p:spPr>
          <a:xfrm>
            <a:off x="1790700" y="5875020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you</a:t>
            </a:r>
            <a:endParaRPr lang="ko-KR" altLang="en-US" sz="1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6FDAE9-B325-DC76-8521-D3202A4ECEDE}"/>
              </a:ext>
            </a:extLst>
          </p:cNvPr>
          <p:cNvSpPr/>
          <p:nvPr/>
        </p:nvSpPr>
        <p:spPr>
          <a:xfrm>
            <a:off x="1390650" y="5875020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like</a:t>
            </a:r>
            <a:endParaRPr lang="ko-KR" altLang="en-US" sz="1000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5110BEA-91E9-249F-DE36-1F49BBF580C2}"/>
              </a:ext>
            </a:extLst>
          </p:cNvPr>
          <p:cNvSpPr/>
          <p:nvPr/>
        </p:nvSpPr>
        <p:spPr>
          <a:xfrm>
            <a:off x="1803401" y="6256020"/>
            <a:ext cx="400049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3x16</a:t>
            </a:r>
            <a:endParaRPr lang="ko-KR" altLang="en-US" sz="800" dirty="0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B5207DAF-01EB-11C9-F090-B096A0B12936}"/>
              </a:ext>
            </a:extLst>
          </p:cNvPr>
          <p:cNvSpPr/>
          <p:nvPr/>
        </p:nvSpPr>
        <p:spPr>
          <a:xfrm>
            <a:off x="4320380" y="2839721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I</a:t>
            </a:r>
            <a:endParaRPr lang="ko-KR" altLang="en-US" sz="1000" dirty="0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E0AA0DAA-C33B-198D-FF3B-8BDB5A2F8D1F}"/>
              </a:ext>
            </a:extLst>
          </p:cNvPr>
          <p:cNvSpPr/>
          <p:nvPr/>
        </p:nvSpPr>
        <p:spPr>
          <a:xfrm>
            <a:off x="5120480" y="2839721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you</a:t>
            </a:r>
            <a:endParaRPr lang="ko-KR" altLang="en-US" sz="1000" dirty="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D6C74AC7-4219-1D8D-2D5C-72E5014E274E}"/>
              </a:ext>
            </a:extLst>
          </p:cNvPr>
          <p:cNvSpPr/>
          <p:nvPr/>
        </p:nvSpPr>
        <p:spPr>
          <a:xfrm>
            <a:off x="4720430" y="2839721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like</a:t>
            </a:r>
            <a:endParaRPr lang="ko-KR" altLang="en-US" sz="1000" dirty="0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0C038095-5841-5813-74F1-7BCEA1B5AD0E}"/>
              </a:ext>
            </a:extLst>
          </p:cNvPr>
          <p:cNvSpPr/>
          <p:nvPr/>
        </p:nvSpPr>
        <p:spPr>
          <a:xfrm>
            <a:off x="5180924" y="3203259"/>
            <a:ext cx="352425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3x4</a:t>
            </a:r>
            <a:endParaRPr lang="ko-KR" altLang="en-US" sz="800" dirty="0"/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7FD24296-3182-BB8D-44B5-8D9F2B938AB9}"/>
              </a:ext>
            </a:extLst>
          </p:cNvPr>
          <p:cNvCxnSpPr>
            <a:cxnSpLocks/>
          </p:cNvCxnSpPr>
          <p:nvPr/>
        </p:nvCxnSpPr>
        <p:spPr>
          <a:xfrm flipV="1">
            <a:off x="1590675" y="5627370"/>
            <a:ext cx="0" cy="2476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3" name="Rectangle 92">
            <a:extLst>
              <a:ext uri="{FF2B5EF4-FFF2-40B4-BE49-F238E27FC236}">
                <a16:creationId xmlns:a16="http://schemas.microsoft.com/office/drawing/2014/main" id="{C7D5B747-94B0-0EED-A4FA-7A65F12DA9A4}"/>
              </a:ext>
            </a:extLst>
          </p:cNvPr>
          <p:cNvSpPr/>
          <p:nvPr/>
        </p:nvSpPr>
        <p:spPr>
          <a:xfrm>
            <a:off x="1716880" y="2607946"/>
            <a:ext cx="4711700" cy="2120900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1D82310C-E3FD-0686-D4C4-AA5E0B3380AE}"/>
              </a:ext>
            </a:extLst>
          </p:cNvPr>
          <p:cNvSpPr/>
          <p:nvPr/>
        </p:nvSpPr>
        <p:spPr>
          <a:xfrm>
            <a:off x="4966652" y="2066610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I</a:t>
            </a:r>
            <a:endParaRPr lang="ko-KR" altLang="en-US" sz="1000" dirty="0"/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E1C3F931-60DA-339A-3F89-07440F59DAF1}"/>
              </a:ext>
            </a:extLst>
          </p:cNvPr>
          <p:cNvSpPr/>
          <p:nvPr/>
        </p:nvSpPr>
        <p:spPr>
          <a:xfrm>
            <a:off x="5766752" y="2066610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you</a:t>
            </a:r>
            <a:endParaRPr lang="ko-KR" altLang="en-US" sz="1000" dirty="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82664DF6-ECE9-6D8E-42B6-AADC6E69263C}"/>
              </a:ext>
            </a:extLst>
          </p:cNvPr>
          <p:cNvSpPr/>
          <p:nvPr/>
        </p:nvSpPr>
        <p:spPr>
          <a:xfrm>
            <a:off x="5366702" y="2066610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like</a:t>
            </a:r>
            <a:endParaRPr lang="ko-KR" altLang="en-US" sz="1000" dirty="0"/>
          </a:p>
        </p:txBody>
      </p:sp>
      <p:cxnSp>
        <p:nvCxnSpPr>
          <p:cNvPr id="191" name="Straight Arrow Connector 190">
            <a:extLst>
              <a:ext uri="{FF2B5EF4-FFF2-40B4-BE49-F238E27FC236}">
                <a16:creationId xmlns:a16="http://schemas.microsoft.com/office/drawing/2014/main" id="{2EC607CF-4B22-EBA2-C02C-BD04147A9BAF}"/>
              </a:ext>
            </a:extLst>
          </p:cNvPr>
          <p:cNvCxnSpPr>
            <a:cxnSpLocks/>
          </p:cNvCxnSpPr>
          <p:nvPr/>
        </p:nvCxnSpPr>
        <p:spPr>
          <a:xfrm flipV="1">
            <a:off x="5583555" y="2430146"/>
            <a:ext cx="0" cy="2476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2" name="Rectangle 191">
            <a:extLst>
              <a:ext uri="{FF2B5EF4-FFF2-40B4-BE49-F238E27FC236}">
                <a16:creationId xmlns:a16="http://schemas.microsoft.com/office/drawing/2014/main" id="{F0A020C7-2A8D-8E64-AC0F-801594AA02BB}"/>
              </a:ext>
            </a:extLst>
          </p:cNvPr>
          <p:cNvSpPr/>
          <p:nvPr/>
        </p:nvSpPr>
        <p:spPr>
          <a:xfrm>
            <a:off x="5829855" y="2435862"/>
            <a:ext cx="352425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3x4</a:t>
            </a:r>
            <a:endParaRPr lang="ko-KR" altLang="en-US" sz="800" dirty="0"/>
          </a:p>
        </p:txBody>
      </p:sp>
      <p:cxnSp>
        <p:nvCxnSpPr>
          <p:cNvPr id="193" name="Straight Arrow Connector 192">
            <a:extLst>
              <a:ext uri="{FF2B5EF4-FFF2-40B4-BE49-F238E27FC236}">
                <a16:creationId xmlns:a16="http://schemas.microsoft.com/office/drawing/2014/main" id="{9F0B8371-BA6B-1DBD-F02A-EE228C0A009B}"/>
              </a:ext>
            </a:extLst>
          </p:cNvPr>
          <p:cNvCxnSpPr>
            <a:cxnSpLocks/>
            <a:endCxn id="257" idx="3"/>
          </p:cNvCxnSpPr>
          <p:nvPr/>
        </p:nvCxnSpPr>
        <p:spPr>
          <a:xfrm flipH="1" flipV="1">
            <a:off x="4652487" y="1668147"/>
            <a:ext cx="528437" cy="3984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Arrow Connector 194">
            <a:extLst>
              <a:ext uri="{FF2B5EF4-FFF2-40B4-BE49-F238E27FC236}">
                <a16:creationId xmlns:a16="http://schemas.microsoft.com/office/drawing/2014/main" id="{A184027D-5182-8815-C88C-F2872B3B845A}"/>
              </a:ext>
            </a:extLst>
          </p:cNvPr>
          <p:cNvCxnSpPr>
            <a:cxnSpLocks/>
            <a:endCxn id="257" idx="3"/>
          </p:cNvCxnSpPr>
          <p:nvPr/>
        </p:nvCxnSpPr>
        <p:spPr>
          <a:xfrm flipV="1">
            <a:off x="4483177" y="1668147"/>
            <a:ext cx="169310" cy="11715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9" name="Rectangle 198">
            <a:extLst>
              <a:ext uri="{FF2B5EF4-FFF2-40B4-BE49-F238E27FC236}">
                <a16:creationId xmlns:a16="http://schemas.microsoft.com/office/drawing/2014/main" id="{047003CD-1561-4D56-5774-18BE9DF3747C}"/>
              </a:ext>
            </a:extLst>
          </p:cNvPr>
          <p:cNvSpPr/>
          <p:nvPr/>
        </p:nvSpPr>
        <p:spPr>
          <a:xfrm>
            <a:off x="1316830" y="3917633"/>
            <a:ext cx="400050" cy="37465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Q</a:t>
            </a:r>
            <a:endParaRPr lang="ko-KR" altLang="en-US" sz="1000" dirty="0"/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61229FB5-5133-0640-A2D4-414DE904E60F}"/>
              </a:ext>
            </a:extLst>
          </p:cNvPr>
          <p:cNvSpPr/>
          <p:nvPr/>
        </p:nvSpPr>
        <p:spPr>
          <a:xfrm>
            <a:off x="1316830" y="3295333"/>
            <a:ext cx="400050" cy="37465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K</a:t>
            </a:r>
            <a:endParaRPr lang="ko-KR" altLang="en-US" sz="1000" dirty="0"/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7A9A5638-73DC-B298-7757-5CA4449CEB21}"/>
              </a:ext>
            </a:extLst>
          </p:cNvPr>
          <p:cNvSpPr/>
          <p:nvPr/>
        </p:nvSpPr>
        <p:spPr>
          <a:xfrm>
            <a:off x="1316830" y="2673033"/>
            <a:ext cx="400050" cy="37465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V</a:t>
            </a:r>
            <a:endParaRPr lang="ko-KR" altLang="en-US" sz="1000" dirty="0"/>
          </a:p>
        </p:txBody>
      </p:sp>
      <p:sp>
        <p:nvSpPr>
          <p:cNvPr id="202" name="Rectangle 201">
            <a:extLst>
              <a:ext uri="{FF2B5EF4-FFF2-40B4-BE49-F238E27FC236}">
                <a16:creationId xmlns:a16="http://schemas.microsoft.com/office/drawing/2014/main" id="{26C4E242-8004-F784-B2F1-CE7B4D10641C}"/>
              </a:ext>
            </a:extLst>
          </p:cNvPr>
          <p:cNvSpPr/>
          <p:nvPr/>
        </p:nvSpPr>
        <p:spPr>
          <a:xfrm>
            <a:off x="1364455" y="4289108"/>
            <a:ext cx="352425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8x5</a:t>
            </a:r>
            <a:endParaRPr lang="ko-KR" altLang="en-US" sz="800" dirty="0"/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A539DA79-D3D4-17EB-C0E8-691A2093B130}"/>
              </a:ext>
            </a:extLst>
          </p:cNvPr>
          <p:cNvSpPr/>
          <p:nvPr/>
        </p:nvSpPr>
        <p:spPr>
          <a:xfrm>
            <a:off x="1364455" y="3676333"/>
            <a:ext cx="352425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8x5</a:t>
            </a:r>
            <a:endParaRPr lang="ko-KR" altLang="en-US" sz="800" dirty="0"/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014661B0-F766-B104-ED82-183E7B805CAB}"/>
              </a:ext>
            </a:extLst>
          </p:cNvPr>
          <p:cNvSpPr/>
          <p:nvPr/>
        </p:nvSpPr>
        <p:spPr>
          <a:xfrm>
            <a:off x="1282066" y="3054033"/>
            <a:ext cx="434814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16x4</a:t>
            </a:r>
            <a:endParaRPr lang="ko-KR" altLang="en-US" sz="800" dirty="0"/>
          </a:p>
        </p:txBody>
      </p: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EEDE7AF4-3662-7678-6653-AC898C8F8D92}"/>
              </a:ext>
            </a:extLst>
          </p:cNvPr>
          <p:cNvGrpSpPr/>
          <p:nvPr/>
        </p:nvGrpSpPr>
        <p:grpSpPr>
          <a:xfrm>
            <a:off x="456899" y="3214371"/>
            <a:ext cx="5126656" cy="2414904"/>
            <a:chOff x="6732602" y="3574734"/>
            <a:chExt cx="5126656" cy="2414904"/>
          </a:xfrm>
        </p:grpSpPr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491DD50B-E418-C9D7-3554-727B55B3BAE0}"/>
                </a:ext>
              </a:extLst>
            </p:cNvPr>
            <p:cNvSpPr/>
            <p:nvPr/>
          </p:nvSpPr>
          <p:spPr>
            <a:xfrm>
              <a:off x="7147558" y="3868738"/>
              <a:ext cx="4711700" cy="21209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6E1450BA-B53C-357B-9CB5-2A13CDE64F56}"/>
                </a:ext>
              </a:extLst>
            </p:cNvPr>
            <p:cNvSpPr/>
            <p:nvPr/>
          </p:nvSpPr>
          <p:spPr>
            <a:xfrm>
              <a:off x="6747508" y="5341938"/>
              <a:ext cx="400050" cy="374650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/>
                <a:t>Q</a:t>
              </a:r>
              <a:endParaRPr lang="ko-KR" altLang="en-US" sz="1000" dirty="0"/>
            </a:p>
          </p:txBody>
        </p:sp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F3F6AC1D-D12F-3DD5-11CD-70CF4803C226}"/>
                </a:ext>
              </a:extLst>
            </p:cNvPr>
            <p:cNvSpPr/>
            <p:nvPr/>
          </p:nvSpPr>
          <p:spPr>
            <a:xfrm>
              <a:off x="6747508" y="4719638"/>
              <a:ext cx="400050" cy="374650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/>
                <a:t>K</a:t>
              </a:r>
              <a:endParaRPr lang="ko-KR" altLang="en-US" sz="1000" dirty="0"/>
            </a:p>
          </p:txBody>
        </p:sp>
        <p:sp>
          <p:nvSpPr>
            <p:cNvPr id="210" name="Rectangle 209">
              <a:extLst>
                <a:ext uri="{FF2B5EF4-FFF2-40B4-BE49-F238E27FC236}">
                  <a16:creationId xmlns:a16="http://schemas.microsoft.com/office/drawing/2014/main" id="{20DD269D-4E61-CEFC-42C3-A1AFB73217AB}"/>
                </a:ext>
              </a:extLst>
            </p:cNvPr>
            <p:cNvSpPr/>
            <p:nvPr/>
          </p:nvSpPr>
          <p:spPr>
            <a:xfrm>
              <a:off x="6747508" y="4097338"/>
              <a:ext cx="400050" cy="374650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/>
                <a:t>V</a:t>
              </a:r>
              <a:endParaRPr lang="ko-KR" altLang="en-US" sz="1000" dirty="0"/>
            </a:p>
          </p:txBody>
        </p:sp>
        <p:sp>
          <p:nvSpPr>
            <p:cNvPr id="211" name="Rectangle 210">
              <a:extLst>
                <a:ext uri="{FF2B5EF4-FFF2-40B4-BE49-F238E27FC236}">
                  <a16:creationId xmlns:a16="http://schemas.microsoft.com/office/drawing/2014/main" id="{07AA00CE-0CDD-72EE-F4EA-FA6A888F7636}"/>
                </a:ext>
              </a:extLst>
            </p:cNvPr>
            <p:cNvSpPr/>
            <p:nvPr/>
          </p:nvSpPr>
          <p:spPr>
            <a:xfrm>
              <a:off x="7347583" y="5341938"/>
              <a:ext cx="400050" cy="37465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/>
                <a:t>I</a:t>
              </a:r>
              <a:endParaRPr lang="ko-KR" altLang="en-US" sz="1000" dirty="0"/>
            </a:p>
          </p:txBody>
        </p:sp>
        <p:sp>
          <p:nvSpPr>
            <p:cNvPr id="212" name="Rectangle 211">
              <a:extLst>
                <a:ext uri="{FF2B5EF4-FFF2-40B4-BE49-F238E27FC236}">
                  <a16:creationId xmlns:a16="http://schemas.microsoft.com/office/drawing/2014/main" id="{A962CF0C-6DF8-7309-40C0-8883F6A6DB6F}"/>
                </a:ext>
              </a:extLst>
            </p:cNvPr>
            <p:cNvSpPr/>
            <p:nvPr/>
          </p:nvSpPr>
          <p:spPr>
            <a:xfrm>
              <a:off x="8147683" y="5341938"/>
              <a:ext cx="400050" cy="37465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/>
                <a:t>you</a:t>
              </a:r>
              <a:endParaRPr lang="ko-KR" altLang="en-US" sz="1000" dirty="0"/>
            </a:p>
          </p:txBody>
        </p:sp>
        <p:sp>
          <p:nvSpPr>
            <p:cNvPr id="213" name="Rectangle 212">
              <a:extLst>
                <a:ext uri="{FF2B5EF4-FFF2-40B4-BE49-F238E27FC236}">
                  <a16:creationId xmlns:a16="http://schemas.microsoft.com/office/drawing/2014/main" id="{A67AD695-FB27-7CD7-5AD4-C530DC0C6AD4}"/>
                </a:ext>
              </a:extLst>
            </p:cNvPr>
            <p:cNvSpPr/>
            <p:nvPr/>
          </p:nvSpPr>
          <p:spPr>
            <a:xfrm>
              <a:off x="7747633" y="5341938"/>
              <a:ext cx="400050" cy="37465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/>
                <a:t>like</a:t>
              </a:r>
              <a:endParaRPr lang="ko-KR" altLang="en-US" sz="1000" dirty="0"/>
            </a:p>
          </p:txBody>
        </p:sp>
        <p:cxnSp>
          <p:nvCxnSpPr>
            <p:cNvPr id="214" name="Straight Arrow Connector 213">
              <a:extLst>
                <a:ext uri="{FF2B5EF4-FFF2-40B4-BE49-F238E27FC236}">
                  <a16:creationId xmlns:a16="http://schemas.microsoft.com/office/drawing/2014/main" id="{7E5FE131-0B7E-FB6D-5BC9-D56222F751B4}"/>
                </a:ext>
              </a:extLst>
            </p:cNvPr>
            <p:cNvCxnSpPr>
              <a:endCxn id="211" idx="1"/>
            </p:cNvCxnSpPr>
            <p:nvPr/>
          </p:nvCxnSpPr>
          <p:spPr>
            <a:xfrm flipV="1">
              <a:off x="7147558" y="5529263"/>
              <a:ext cx="200025" cy="317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5" name="Straight Arrow Connector 214">
              <a:extLst>
                <a:ext uri="{FF2B5EF4-FFF2-40B4-BE49-F238E27FC236}">
                  <a16:creationId xmlns:a16="http://schemas.microsoft.com/office/drawing/2014/main" id="{7268CC78-5098-FB91-0736-ACE699F53BBA}"/>
                </a:ext>
              </a:extLst>
            </p:cNvPr>
            <p:cNvCxnSpPr>
              <a:cxnSpLocks/>
              <a:endCxn id="216" idx="1"/>
            </p:cNvCxnSpPr>
            <p:nvPr/>
          </p:nvCxnSpPr>
          <p:spPr>
            <a:xfrm>
              <a:off x="8547733" y="5529263"/>
              <a:ext cx="26193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16" name="Rectangle 215">
              <a:extLst>
                <a:ext uri="{FF2B5EF4-FFF2-40B4-BE49-F238E27FC236}">
                  <a16:creationId xmlns:a16="http://schemas.microsoft.com/office/drawing/2014/main" id="{96A35A63-CB51-3279-95BC-537B93D97168}"/>
                </a:ext>
              </a:extLst>
            </p:cNvPr>
            <p:cNvSpPr/>
            <p:nvPr/>
          </p:nvSpPr>
          <p:spPr>
            <a:xfrm>
              <a:off x="8809670" y="5341938"/>
              <a:ext cx="400050" cy="37465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/>
                <a:t>Q</a:t>
              </a:r>
            </a:p>
            <a:p>
              <a:pPr algn="ctr"/>
              <a:r>
                <a:rPr lang="en-US" altLang="ko-KR" sz="1000" dirty="0"/>
                <a:t>I</a:t>
              </a:r>
              <a:endParaRPr lang="ko-KR" altLang="en-US" sz="1000" dirty="0"/>
            </a:p>
          </p:txBody>
        </p:sp>
        <p:sp>
          <p:nvSpPr>
            <p:cNvPr id="217" name="Rectangle 216">
              <a:extLst>
                <a:ext uri="{FF2B5EF4-FFF2-40B4-BE49-F238E27FC236}">
                  <a16:creationId xmlns:a16="http://schemas.microsoft.com/office/drawing/2014/main" id="{C87EF26E-AB23-2D31-0137-98963191F338}"/>
                </a:ext>
              </a:extLst>
            </p:cNvPr>
            <p:cNvSpPr/>
            <p:nvPr/>
          </p:nvSpPr>
          <p:spPr>
            <a:xfrm>
              <a:off x="9609770" y="5341938"/>
              <a:ext cx="400050" cy="37465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/>
                <a:t>Q</a:t>
              </a:r>
            </a:p>
            <a:p>
              <a:pPr algn="ctr"/>
              <a:r>
                <a:rPr lang="en-US" altLang="ko-KR" sz="1000" dirty="0"/>
                <a:t>you</a:t>
              </a:r>
              <a:endParaRPr lang="ko-KR" altLang="en-US" sz="1000" dirty="0"/>
            </a:p>
          </p:txBody>
        </p:sp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86A3D3FF-4AA1-16AE-D87D-C2EAB458ADD1}"/>
                </a:ext>
              </a:extLst>
            </p:cNvPr>
            <p:cNvSpPr/>
            <p:nvPr/>
          </p:nvSpPr>
          <p:spPr>
            <a:xfrm>
              <a:off x="9209720" y="5341938"/>
              <a:ext cx="400050" cy="37465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/>
                <a:t>Q</a:t>
              </a:r>
            </a:p>
            <a:p>
              <a:pPr algn="ctr"/>
              <a:r>
                <a:rPr lang="en-US" altLang="ko-KR" sz="1000" dirty="0"/>
                <a:t>like</a:t>
              </a:r>
              <a:endParaRPr lang="ko-KR" altLang="en-US" sz="1000" dirty="0"/>
            </a:p>
          </p:txBody>
        </p:sp>
        <p:sp>
          <p:nvSpPr>
            <p:cNvPr id="219" name="Rectangle 218">
              <a:extLst>
                <a:ext uri="{FF2B5EF4-FFF2-40B4-BE49-F238E27FC236}">
                  <a16:creationId xmlns:a16="http://schemas.microsoft.com/office/drawing/2014/main" id="{6A156FF2-A19F-A7E7-386D-A536B803B082}"/>
                </a:ext>
              </a:extLst>
            </p:cNvPr>
            <p:cNvSpPr/>
            <p:nvPr/>
          </p:nvSpPr>
          <p:spPr>
            <a:xfrm>
              <a:off x="7347583" y="4710113"/>
              <a:ext cx="400050" cy="37465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/>
                <a:t>I</a:t>
              </a:r>
              <a:endParaRPr lang="ko-KR" altLang="en-US" sz="1000" dirty="0"/>
            </a:p>
          </p:txBody>
        </p:sp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695D1001-F1AF-758D-C0C4-FD14D22308E9}"/>
                </a:ext>
              </a:extLst>
            </p:cNvPr>
            <p:cNvSpPr/>
            <p:nvPr/>
          </p:nvSpPr>
          <p:spPr>
            <a:xfrm>
              <a:off x="8147683" y="4710113"/>
              <a:ext cx="400050" cy="37465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/>
                <a:t>you</a:t>
              </a:r>
              <a:endParaRPr lang="ko-KR" altLang="en-US" sz="1000" dirty="0"/>
            </a:p>
          </p:txBody>
        </p:sp>
        <p:sp>
          <p:nvSpPr>
            <p:cNvPr id="221" name="Rectangle 220">
              <a:extLst>
                <a:ext uri="{FF2B5EF4-FFF2-40B4-BE49-F238E27FC236}">
                  <a16:creationId xmlns:a16="http://schemas.microsoft.com/office/drawing/2014/main" id="{39C387FC-F16D-5887-EA94-974FB47EB36B}"/>
                </a:ext>
              </a:extLst>
            </p:cNvPr>
            <p:cNvSpPr/>
            <p:nvPr/>
          </p:nvSpPr>
          <p:spPr>
            <a:xfrm>
              <a:off x="7747633" y="4710113"/>
              <a:ext cx="400050" cy="37465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/>
                <a:t>like</a:t>
              </a:r>
              <a:endParaRPr lang="ko-KR" altLang="en-US" sz="1000" dirty="0"/>
            </a:p>
          </p:txBody>
        </p:sp>
        <p:cxnSp>
          <p:nvCxnSpPr>
            <p:cNvPr id="222" name="Straight Arrow Connector 221">
              <a:extLst>
                <a:ext uri="{FF2B5EF4-FFF2-40B4-BE49-F238E27FC236}">
                  <a16:creationId xmlns:a16="http://schemas.microsoft.com/office/drawing/2014/main" id="{DB14F0F8-FEBE-331F-96CB-93C6C20C4DB2}"/>
                </a:ext>
              </a:extLst>
            </p:cNvPr>
            <p:cNvCxnSpPr>
              <a:endCxn id="219" idx="1"/>
            </p:cNvCxnSpPr>
            <p:nvPr/>
          </p:nvCxnSpPr>
          <p:spPr>
            <a:xfrm flipV="1">
              <a:off x="7147558" y="4897438"/>
              <a:ext cx="200025" cy="317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3" name="Straight Arrow Connector 222">
              <a:extLst>
                <a:ext uri="{FF2B5EF4-FFF2-40B4-BE49-F238E27FC236}">
                  <a16:creationId xmlns:a16="http://schemas.microsoft.com/office/drawing/2014/main" id="{B8913171-F3DA-0269-D492-41D78A30C106}"/>
                </a:ext>
              </a:extLst>
            </p:cNvPr>
            <p:cNvCxnSpPr>
              <a:cxnSpLocks/>
              <a:endCxn id="224" idx="1"/>
            </p:cNvCxnSpPr>
            <p:nvPr/>
          </p:nvCxnSpPr>
          <p:spPr>
            <a:xfrm>
              <a:off x="8547733" y="4897438"/>
              <a:ext cx="26193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24" name="Rectangle 223">
              <a:extLst>
                <a:ext uri="{FF2B5EF4-FFF2-40B4-BE49-F238E27FC236}">
                  <a16:creationId xmlns:a16="http://schemas.microsoft.com/office/drawing/2014/main" id="{CDEC9413-0F4B-B974-E6F9-0EB7A578C917}"/>
                </a:ext>
              </a:extLst>
            </p:cNvPr>
            <p:cNvSpPr/>
            <p:nvPr/>
          </p:nvSpPr>
          <p:spPr>
            <a:xfrm>
              <a:off x="8809670" y="4710113"/>
              <a:ext cx="400050" cy="37465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/>
                <a:t>K</a:t>
              </a:r>
            </a:p>
            <a:p>
              <a:pPr algn="ctr"/>
              <a:r>
                <a:rPr lang="en-US" altLang="ko-KR" sz="1000" dirty="0"/>
                <a:t>I</a:t>
              </a:r>
              <a:endParaRPr lang="ko-KR" altLang="en-US" sz="1000" dirty="0"/>
            </a:p>
          </p:txBody>
        </p:sp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FE1CC6E3-27AD-BF23-2531-211743CCB2FE}"/>
                </a:ext>
              </a:extLst>
            </p:cNvPr>
            <p:cNvSpPr/>
            <p:nvPr/>
          </p:nvSpPr>
          <p:spPr>
            <a:xfrm>
              <a:off x="9609770" y="4710113"/>
              <a:ext cx="400050" cy="37465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/>
                <a:t>K</a:t>
              </a:r>
            </a:p>
            <a:p>
              <a:pPr algn="ctr"/>
              <a:r>
                <a:rPr lang="en-US" altLang="ko-KR" sz="1000" dirty="0"/>
                <a:t>you</a:t>
              </a:r>
              <a:endParaRPr lang="ko-KR" altLang="en-US" sz="1000" dirty="0"/>
            </a:p>
          </p:txBody>
        </p:sp>
        <p:sp>
          <p:nvSpPr>
            <p:cNvPr id="226" name="Rectangle 225">
              <a:extLst>
                <a:ext uri="{FF2B5EF4-FFF2-40B4-BE49-F238E27FC236}">
                  <a16:creationId xmlns:a16="http://schemas.microsoft.com/office/drawing/2014/main" id="{A5A64D9E-36A6-CF36-43BE-251E82F4403E}"/>
                </a:ext>
              </a:extLst>
            </p:cNvPr>
            <p:cNvSpPr/>
            <p:nvPr/>
          </p:nvSpPr>
          <p:spPr>
            <a:xfrm>
              <a:off x="9209720" y="4710113"/>
              <a:ext cx="400050" cy="37465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/>
                <a:t>K</a:t>
              </a:r>
            </a:p>
            <a:p>
              <a:pPr algn="ctr"/>
              <a:r>
                <a:rPr lang="en-US" altLang="ko-KR" sz="1000" dirty="0"/>
                <a:t>like</a:t>
              </a:r>
              <a:endParaRPr lang="ko-KR" altLang="en-US" sz="1000" dirty="0"/>
            </a:p>
          </p:txBody>
        </p:sp>
        <p:sp>
          <p:nvSpPr>
            <p:cNvPr id="227" name="Rectangle 226">
              <a:extLst>
                <a:ext uri="{FF2B5EF4-FFF2-40B4-BE49-F238E27FC236}">
                  <a16:creationId xmlns:a16="http://schemas.microsoft.com/office/drawing/2014/main" id="{FAB68CB2-5A23-A651-151F-CA7F1012F42C}"/>
                </a:ext>
              </a:extLst>
            </p:cNvPr>
            <p:cNvSpPr/>
            <p:nvPr/>
          </p:nvSpPr>
          <p:spPr>
            <a:xfrm>
              <a:off x="6732603" y="5713413"/>
              <a:ext cx="414955" cy="190500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16x4</a:t>
              </a:r>
              <a:endParaRPr lang="ko-KR" altLang="en-US" sz="800" dirty="0"/>
            </a:p>
          </p:txBody>
        </p:sp>
        <p:sp>
          <p:nvSpPr>
            <p:cNvPr id="228" name="Rectangle 227">
              <a:extLst>
                <a:ext uri="{FF2B5EF4-FFF2-40B4-BE49-F238E27FC236}">
                  <a16:creationId xmlns:a16="http://schemas.microsoft.com/office/drawing/2014/main" id="{CD4D466D-5CB9-364F-12F2-8FFAFC1A57A0}"/>
                </a:ext>
              </a:extLst>
            </p:cNvPr>
            <p:cNvSpPr/>
            <p:nvPr/>
          </p:nvSpPr>
          <p:spPr>
            <a:xfrm>
              <a:off x="6732603" y="5100638"/>
              <a:ext cx="414955" cy="190500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16x4</a:t>
              </a:r>
              <a:endParaRPr lang="ko-KR" altLang="en-US" sz="800" dirty="0"/>
            </a:p>
          </p:txBody>
        </p:sp>
        <p:sp>
          <p:nvSpPr>
            <p:cNvPr id="229" name="Rectangle 228">
              <a:extLst>
                <a:ext uri="{FF2B5EF4-FFF2-40B4-BE49-F238E27FC236}">
                  <a16:creationId xmlns:a16="http://schemas.microsoft.com/office/drawing/2014/main" id="{823C16B2-585C-7844-280E-24694ADBCE24}"/>
                </a:ext>
              </a:extLst>
            </p:cNvPr>
            <p:cNvSpPr/>
            <p:nvPr/>
          </p:nvSpPr>
          <p:spPr>
            <a:xfrm>
              <a:off x="6732602" y="4478338"/>
              <a:ext cx="414955" cy="190500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16x4</a:t>
              </a:r>
              <a:endParaRPr lang="ko-KR" altLang="en-US" sz="800" dirty="0"/>
            </a:p>
          </p:txBody>
        </p:sp>
        <p:sp>
          <p:nvSpPr>
            <p:cNvPr id="230" name="Rectangle 229">
              <a:extLst>
                <a:ext uri="{FF2B5EF4-FFF2-40B4-BE49-F238E27FC236}">
                  <a16:creationId xmlns:a16="http://schemas.microsoft.com/office/drawing/2014/main" id="{BC8C65B7-94E1-EA67-F8DE-715AD1E83ED5}"/>
                </a:ext>
              </a:extLst>
            </p:cNvPr>
            <p:cNvSpPr/>
            <p:nvPr/>
          </p:nvSpPr>
          <p:spPr>
            <a:xfrm>
              <a:off x="9666919" y="5713413"/>
              <a:ext cx="352425" cy="190500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3x4</a:t>
              </a:r>
              <a:endParaRPr lang="ko-KR" altLang="en-US" sz="800" dirty="0"/>
            </a:p>
          </p:txBody>
        </p:sp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119B6E55-0DA9-AFC0-8C27-865B4FE45861}"/>
                </a:ext>
              </a:extLst>
            </p:cNvPr>
            <p:cNvSpPr/>
            <p:nvPr/>
          </p:nvSpPr>
          <p:spPr>
            <a:xfrm>
              <a:off x="9663745" y="5087938"/>
              <a:ext cx="352425" cy="190500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3x4</a:t>
              </a:r>
              <a:endParaRPr lang="ko-KR" altLang="en-US" sz="800" dirty="0"/>
            </a:p>
          </p:txBody>
        </p:sp>
        <p:cxnSp>
          <p:nvCxnSpPr>
            <p:cNvPr id="232" name="Straight Arrow Connector 231">
              <a:extLst>
                <a:ext uri="{FF2B5EF4-FFF2-40B4-BE49-F238E27FC236}">
                  <a16:creationId xmlns:a16="http://schemas.microsoft.com/office/drawing/2014/main" id="{1BB133E5-ECBE-AFAC-4143-8156D21DE076}"/>
                </a:ext>
              </a:extLst>
            </p:cNvPr>
            <p:cNvCxnSpPr>
              <a:cxnSpLocks/>
            </p:cNvCxnSpPr>
            <p:nvPr/>
          </p:nvCxnSpPr>
          <p:spPr>
            <a:xfrm>
              <a:off x="10016170" y="4897438"/>
              <a:ext cx="446088" cy="31115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3" name="Straight Arrow Connector 232">
              <a:extLst>
                <a:ext uri="{FF2B5EF4-FFF2-40B4-BE49-F238E27FC236}">
                  <a16:creationId xmlns:a16="http://schemas.microsoft.com/office/drawing/2014/main" id="{CB7B1C7F-D859-390F-0B64-0AB1E70DC4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09820" y="5208588"/>
              <a:ext cx="452438" cy="32067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4" name="Rectangle 233">
              <a:extLst>
                <a:ext uri="{FF2B5EF4-FFF2-40B4-BE49-F238E27FC236}">
                  <a16:creationId xmlns:a16="http://schemas.microsoft.com/office/drawing/2014/main" id="{0BDEFE5A-8C45-3297-B423-8D5EA305A1F5}"/>
                </a:ext>
              </a:extLst>
            </p:cNvPr>
            <p:cNvSpPr/>
            <p:nvPr/>
          </p:nvSpPr>
          <p:spPr>
            <a:xfrm>
              <a:off x="10358276" y="4573588"/>
              <a:ext cx="352425" cy="190500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3x3</a:t>
              </a:r>
              <a:endParaRPr lang="ko-KR" altLang="en-US" sz="800" dirty="0"/>
            </a:p>
          </p:txBody>
        </p:sp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9B844CAF-CB25-B7E8-5C24-918BCB659223}"/>
                </a:ext>
              </a:extLst>
            </p:cNvPr>
            <p:cNvSpPr/>
            <p:nvPr/>
          </p:nvSpPr>
          <p:spPr>
            <a:xfrm>
              <a:off x="10710701" y="4706937"/>
              <a:ext cx="315912" cy="180975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600" dirty="0"/>
                <a:t>I</a:t>
              </a:r>
              <a:endParaRPr lang="ko-KR" altLang="en-US" sz="600" dirty="0"/>
            </a:p>
          </p:txBody>
        </p:sp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A2E380A7-46BC-1C6A-0DFA-9E0CF4A104E8}"/>
                </a:ext>
              </a:extLst>
            </p:cNvPr>
            <p:cNvSpPr/>
            <p:nvPr/>
          </p:nvSpPr>
          <p:spPr>
            <a:xfrm>
              <a:off x="11333001" y="4706937"/>
              <a:ext cx="315912" cy="180975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600" dirty="0"/>
                <a:t>you</a:t>
              </a:r>
              <a:endParaRPr lang="ko-KR" altLang="en-US" sz="600" dirty="0"/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278DDB8E-1B3F-9BBF-2B8D-B9B4BD367E14}"/>
                </a:ext>
              </a:extLst>
            </p:cNvPr>
            <p:cNvSpPr/>
            <p:nvPr/>
          </p:nvSpPr>
          <p:spPr>
            <a:xfrm>
              <a:off x="11021851" y="4706937"/>
              <a:ext cx="315912" cy="180975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600" dirty="0"/>
                <a:t>like</a:t>
              </a:r>
              <a:endParaRPr lang="ko-KR" altLang="en-US" sz="600" dirty="0"/>
            </a:p>
          </p:txBody>
        </p:sp>
        <p:sp>
          <p:nvSpPr>
            <p:cNvPr id="238" name="Rectangle 237">
              <a:extLst>
                <a:ext uri="{FF2B5EF4-FFF2-40B4-BE49-F238E27FC236}">
                  <a16:creationId xmlns:a16="http://schemas.microsoft.com/office/drawing/2014/main" id="{8FC16C67-7573-ADFF-FF2C-C3CCF7EC143E}"/>
                </a:ext>
              </a:extLst>
            </p:cNvPr>
            <p:cNvSpPr/>
            <p:nvPr/>
          </p:nvSpPr>
          <p:spPr>
            <a:xfrm rot="16200000">
              <a:off x="10458289" y="4955380"/>
              <a:ext cx="315912" cy="180975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600" dirty="0"/>
                <a:t>I</a:t>
              </a:r>
              <a:endParaRPr lang="ko-KR" altLang="en-US" sz="600" dirty="0"/>
            </a:p>
          </p:txBody>
        </p:sp>
        <p:sp>
          <p:nvSpPr>
            <p:cNvPr id="239" name="Rectangle 238">
              <a:extLst>
                <a:ext uri="{FF2B5EF4-FFF2-40B4-BE49-F238E27FC236}">
                  <a16:creationId xmlns:a16="http://schemas.microsoft.com/office/drawing/2014/main" id="{33991544-C830-A0D9-080F-7175E4926642}"/>
                </a:ext>
              </a:extLst>
            </p:cNvPr>
            <p:cNvSpPr/>
            <p:nvPr/>
          </p:nvSpPr>
          <p:spPr>
            <a:xfrm rot="16200000">
              <a:off x="10458290" y="5581650"/>
              <a:ext cx="315912" cy="180975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600" dirty="0"/>
                <a:t>you</a:t>
              </a:r>
              <a:endParaRPr lang="ko-KR" altLang="en-US" sz="600" dirty="0"/>
            </a:p>
          </p:txBody>
        </p:sp>
        <p:sp>
          <p:nvSpPr>
            <p:cNvPr id="240" name="Rectangle 239">
              <a:extLst>
                <a:ext uri="{FF2B5EF4-FFF2-40B4-BE49-F238E27FC236}">
                  <a16:creationId xmlns:a16="http://schemas.microsoft.com/office/drawing/2014/main" id="{2FA7935B-F200-63AD-AC98-25DB386CCB45}"/>
                </a:ext>
              </a:extLst>
            </p:cNvPr>
            <p:cNvSpPr/>
            <p:nvPr/>
          </p:nvSpPr>
          <p:spPr>
            <a:xfrm rot="16200000">
              <a:off x="10458290" y="5272879"/>
              <a:ext cx="315912" cy="180975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600" dirty="0"/>
                <a:t>like</a:t>
              </a:r>
              <a:endParaRPr lang="ko-KR" altLang="en-US" sz="600" dirty="0"/>
            </a:p>
          </p:txBody>
        </p:sp>
        <p:sp>
          <p:nvSpPr>
            <p:cNvPr id="241" name="Rectangle 240">
              <a:extLst>
                <a:ext uri="{FF2B5EF4-FFF2-40B4-BE49-F238E27FC236}">
                  <a16:creationId xmlns:a16="http://schemas.microsoft.com/office/drawing/2014/main" id="{CD61CB1C-53A6-E631-4B01-9518DDF75B21}"/>
                </a:ext>
              </a:extLst>
            </p:cNvPr>
            <p:cNvSpPr/>
            <p:nvPr/>
          </p:nvSpPr>
          <p:spPr>
            <a:xfrm>
              <a:off x="10928190" y="5086351"/>
              <a:ext cx="556418" cy="498475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600" dirty="0"/>
                <a:t>Softmax</a:t>
              </a:r>
              <a:endParaRPr lang="ko-KR" altLang="en-US" sz="600" dirty="0"/>
            </a:p>
          </p:txBody>
        </p:sp>
        <p:cxnSp>
          <p:nvCxnSpPr>
            <p:cNvPr id="242" name="Straight Arrow Connector 241">
              <a:extLst>
                <a:ext uri="{FF2B5EF4-FFF2-40B4-BE49-F238E27FC236}">
                  <a16:creationId xmlns:a16="http://schemas.microsoft.com/office/drawing/2014/main" id="{BF71FB59-75A2-C9AA-7977-258AC48CC84D}"/>
                </a:ext>
              </a:extLst>
            </p:cNvPr>
            <p:cNvCxnSpPr>
              <a:cxnSpLocks/>
              <a:stCxn id="304" idx="0"/>
              <a:endCxn id="87" idx="2"/>
            </p:cNvCxnSpPr>
            <p:nvPr/>
          </p:nvCxnSpPr>
          <p:spPr>
            <a:xfrm flipH="1" flipV="1">
              <a:off x="11196158" y="3574734"/>
              <a:ext cx="20850" cy="93979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43" name="Rectangle 242">
              <a:extLst>
                <a:ext uri="{FF2B5EF4-FFF2-40B4-BE49-F238E27FC236}">
                  <a16:creationId xmlns:a16="http://schemas.microsoft.com/office/drawing/2014/main" id="{E3E5DC57-2085-B6FD-8E78-0AFBFF7F6151}"/>
                </a:ext>
              </a:extLst>
            </p:cNvPr>
            <p:cNvSpPr/>
            <p:nvPr/>
          </p:nvSpPr>
          <p:spPr>
            <a:xfrm>
              <a:off x="7353933" y="4103688"/>
              <a:ext cx="400050" cy="37465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/>
                <a:t>I</a:t>
              </a:r>
              <a:endParaRPr lang="ko-KR" altLang="en-US" sz="1000" dirty="0"/>
            </a:p>
          </p:txBody>
        </p:sp>
        <p:sp>
          <p:nvSpPr>
            <p:cNvPr id="244" name="Rectangle 243">
              <a:extLst>
                <a:ext uri="{FF2B5EF4-FFF2-40B4-BE49-F238E27FC236}">
                  <a16:creationId xmlns:a16="http://schemas.microsoft.com/office/drawing/2014/main" id="{51F3F5AC-AA1F-B532-5F1F-E0E3DB5BB126}"/>
                </a:ext>
              </a:extLst>
            </p:cNvPr>
            <p:cNvSpPr/>
            <p:nvPr/>
          </p:nvSpPr>
          <p:spPr>
            <a:xfrm>
              <a:off x="8154033" y="4103688"/>
              <a:ext cx="400050" cy="37465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/>
                <a:t>you</a:t>
              </a:r>
              <a:endParaRPr lang="ko-KR" altLang="en-US" sz="1000" dirty="0"/>
            </a:p>
          </p:txBody>
        </p:sp>
        <p:sp>
          <p:nvSpPr>
            <p:cNvPr id="245" name="Rectangle 244">
              <a:extLst>
                <a:ext uri="{FF2B5EF4-FFF2-40B4-BE49-F238E27FC236}">
                  <a16:creationId xmlns:a16="http://schemas.microsoft.com/office/drawing/2014/main" id="{0B3DBB01-2436-8F88-82CD-4B5984B0734A}"/>
                </a:ext>
              </a:extLst>
            </p:cNvPr>
            <p:cNvSpPr/>
            <p:nvPr/>
          </p:nvSpPr>
          <p:spPr>
            <a:xfrm>
              <a:off x="7753983" y="4103688"/>
              <a:ext cx="400050" cy="37465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/>
                <a:t>like</a:t>
              </a:r>
              <a:endParaRPr lang="ko-KR" altLang="en-US" sz="1000" dirty="0"/>
            </a:p>
          </p:txBody>
        </p:sp>
        <p:cxnSp>
          <p:nvCxnSpPr>
            <p:cNvPr id="246" name="Straight Arrow Connector 245">
              <a:extLst>
                <a:ext uri="{FF2B5EF4-FFF2-40B4-BE49-F238E27FC236}">
                  <a16:creationId xmlns:a16="http://schemas.microsoft.com/office/drawing/2014/main" id="{05669F9A-A6DC-3AE7-EBE1-2476DCCFD2E6}"/>
                </a:ext>
              </a:extLst>
            </p:cNvPr>
            <p:cNvCxnSpPr>
              <a:endCxn id="243" idx="1"/>
            </p:cNvCxnSpPr>
            <p:nvPr/>
          </p:nvCxnSpPr>
          <p:spPr>
            <a:xfrm flipV="1">
              <a:off x="7153908" y="4291013"/>
              <a:ext cx="200025" cy="317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7" name="Straight Arrow Connector 246">
              <a:extLst>
                <a:ext uri="{FF2B5EF4-FFF2-40B4-BE49-F238E27FC236}">
                  <a16:creationId xmlns:a16="http://schemas.microsoft.com/office/drawing/2014/main" id="{338EC8D2-649D-C0E1-7980-7950DD89F0FF}"/>
                </a:ext>
              </a:extLst>
            </p:cNvPr>
            <p:cNvCxnSpPr>
              <a:cxnSpLocks/>
              <a:endCxn id="248" idx="1"/>
            </p:cNvCxnSpPr>
            <p:nvPr/>
          </p:nvCxnSpPr>
          <p:spPr>
            <a:xfrm>
              <a:off x="8554083" y="4291013"/>
              <a:ext cx="26193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48" name="Rectangle 247">
              <a:extLst>
                <a:ext uri="{FF2B5EF4-FFF2-40B4-BE49-F238E27FC236}">
                  <a16:creationId xmlns:a16="http://schemas.microsoft.com/office/drawing/2014/main" id="{1A5FFB86-79F4-21D7-EC09-40C47EE20235}"/>
                </a:ext>
              </a:extLst>
            </p:cNvPr>
            <p:cNvSpPr/>
            <p:nvPr/>
          </p:nvSpPr>
          <p:spPr>
            <a:xfrm>
              <a:off x="8816020" y="4103688"/>
              <a:ext cx="400050" cy="37465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/>
                <a:t>V</a:t>
              </a:r>
            </a:p>
            <a:p>
              <a:pPr algn="ctr"/>
              <a:r>
                <a:rPr lang="en-US" altLang="ko-KR" sz="1000" dirty="0"/>
                <a:t>I</a:t>
              </a:r>
              <a:endParaRPr lang="ko-KR" altLang="en-US" sz="1000" dirty="0"/>
            </a:p>
          </p:txBody>
        </p:sp>
        <p:sp>
          <p:nvSpPr>
            <p:cNvPr id="249" name="Rectangle 248">
              <a:extLst>
                <a:ext uri="{FF2B5EF4-FFF2-40B4-BE49-F238E27FC236}">
                  <a16:creationId xmlns:a16="http://schemas.microsoft.com/office/drawing/2014/main" id="{77509889-0871-08BC-1636-719A8E6811AB}"/>
                </a:ext>
              </a:extLst>
            </p:cNvPr>
            <p:cNvSpPr/>
            <p:nvPr/>
          </p:nvSpPr>
          <p:spPr>
            <a:xfrm>
              <a:off x="9616120" y="4103688"/>
              <a:ext cx="400050" cy="37465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/>
                <a:t>V</a:t>
              </a:r>
            </a:p>
            <a:p>
              <a:pPr algn="ctr"/>
              <a:r>
                <a:rPr lang="en-US" altLang="ko-KR" sz="1000" dirty="0"/>
                <a:t>you</a:t>
              </a:r>
              <a:endParaRPr lang="ko-KR" altLang="en-US" sz="1000" dirty="0"/>
            </a:p>
          </p:txBody>
        </p:sp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9CA8C9B9-D52D-123A-E224-542CC1666A81}"/>
                </a:ext>
              </a:extLst>
            </p:cNvPr>
            <p:cNvSpPr/>
            <p:nvPr/>
          </p:nvSpPr>
          <p:spPr>
            <a:xfrm>
              <a:off x="9216070" y="4103688"/>
              <a:ext cx="400050" cy="37465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/>
                <a:t>V</a:t>
              </a:r>
            </a:p>
            <a:p>
              <a:pPr algn="ctr"/>
              <a:r>
                <a:rPr lang="en-US" altLang="ko-KR" sz="1000" dirty="0"/>
                <a:t>like</a:t>
              </a:r>
              <a:endParaRPr lang="ko-KR" altLang="en-US" sz="1000" dirty="0"/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D64B9B9C-2D69-03C5-D776-7CDFCB07376C}"/>
                </a:ext>
              </a:extLst>
            </p:cNvPr>
            <p:cNvSpPr/>
            <p:nvPr/>
          </p:nvSpPr>
          <p:spPr>
            <a:xfrm>
              <a:off x="9663745" y="4484688"/>
              <a:ext cx="352425" cy="190500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3x4</a:t>
              </a:r>
              <a:endParaRPr lang="ko-KR" altLang="en-US" sz="800" dirty="0"/>
            </a:p>
          </p:txBody>
        </p:sp>
        <p:cxnSp>
          <p:nvCxnSpPr>
            <p:cNvPr id="252" name="Straight Arrow Connector 251">
              <a:extLst>
                <a:ext uri="{FF2B5EF4-FFF2-40B4-BE49-F238E27FC236}">
                  <a16:creationId xmlns:a16="http://schemas.microsoft.com/office/drawing/2014/main" id="{CD652642-7215-EF0D-1EAF-4F3B3A53BB02}"/>
                </a:ext>
              </a:extLst>
            </p:cNvPr>
            <p:cNvCxnSpPr>
              <a:cxnSpLocks/>
            </p:cNvCxnSpPr>
            <p:nvPr/>
          </p:nvCxnSpPr>
          <p:spPr>
            <a:xfrm>
              <a:off x="10016170" y="4284663"/>
              <a:ext cx="117623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56" name="Rectangle 255">
            <a:extLst>
              <a:ext uri="{FF2B5EF4-FFF2-40B4-BE49-F238E27FC236}">
                <a16:creationId xmlns:a16="http://schemas.microsoft.com/office/drawing/2014/main" id="{95CD222B-BB77-1902-D2D8-AE37D8DDE5E6}"/>
              </a:ext>
            </a:extLst>
          </p:cNvPr>
          <p:cNvSpPr/>
          <p:nvPr/>
        </p:nvSpPr>
        <p:spPr>
          <a:xfrm>
            <a:off x="4118489" y="1852297"/>
            <a:ext cx="533998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3x(4x4)</a:t>
            </a:r>
            <a:endParaRPr lang="ko-KR" altLang="en-US" sz="800" dirty="0"/>
          </a:p>
        </p:txBody>
      </p:sp>
      <p:sp>
        <p:nvSpPr>
          <p:cNvPr id="257" name="Rectangle 256">
            <a:extLst>
              <a:ext uri="{FF2B5EF4-FFF2-40B4-BE49-F238E27FC236}">
                <a16:creationId xmlns:a16="http://schemas.microsoft.com/office/drawing/2014/main" id="{1B073ACD-0DF5-DEDD-EF48-82FD10445E1B}"/>
              </a:ext>
            </a:extLst>
          </p:cNvPr>
          <p:cNvSpPr/>
          <p:nvPr/>
        </p:nvSpPr>
        <p:spPr>
          <a:xfrm>
            <a:off x="3789918" y="1480822"/>
            <a:ext cx="862569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concat</a:t>
            </a:r>
            <a:endParaRPr lang="ko-KR" altLang="en-US" sz="1000" dirty="0"/>
          </a:p>
        </p:txBody>
      </p:sp>
      <p:cxnSp>
        <p:nvCxnSpPr>
          <p:cNvPr id="258" name="Straight Arrow Connector 257">
            <a:extLst>
              <a:ext uri="{FF2B5EF4-FFF2-40B4-BE49-F238E27FC236}">
                <a16:creationId xmlns:a16="http://schemas.microsoft.com/office/drawing/2014/main" id="{7762F083-C43C-A260-1E3D-2046EB265F01}"/>
              </a:ext>
            </a:extLst>
          </p:cNvPr>
          <p:cNvCxnSpPr>
            <a:cxnSpLocks/>
            <a:stCxn id="257" idx="1"/>
          </p:cNvCxnSpPr>
          <p:nvPr/>
        </p:nvCxnSpPr>
        <p:spPr>
          <a:xfrm flipH="1" flipV="1">
            <a:off x="2278380" y="1659099"/>
            <a:ext cx="1511538" cy="90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5" name="Rectangle 264">
            <a:extLst>
              <a:ext uri="{FF2B5EF4-FFF2-40B4-BE49-F238E27FC236}">
                <a16:creationId xmlns:a16="http://schemas.microsoft.com/office/drawing/2014/main" id="{464749B0-430F-68F8-D716-45FED7721D97}"/>
              </a:ext>
            </a:extLst>
          </p:cNvPr>
          <p:cNvSpPr/>
          <p:nvPr/>
        </p:nvSpPr>
        <p:spPr>
          <a:xfrm>
            <a:off x="2912902" y="1477647"/>
            <a:ext cx="400050" cy="37465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O</a:t>
            </a:r>
            <a:endParaRPr lang="ko-KR" altLang="en-US" sz="1000" dirty="0"/>
          </a:p>
        </p:txBody>
      </p:sp>
      <p:sp>
        <p:nvSpPr>
          <p:cNvPr id="266" name="Rectangle 265">
            <a:extLst>
              <a:ext uri="{FF2B5EF4-FFF2-40B4-BE49-F238E27FC236}">
                <a16:creationId xmlns:a16="http://schemas.microsoft.com/office/drawing/2014/main" id="{0F647153-989D-7A93-AE66-B2AACB5818BD}"/>
              </a:ext>
            </a:extLst>
          </p:cNvPr>
          <p:cNvSpPr/>
          <p:nvPr/>
        </p:nvSpPr>
        <p:spPr>
          <a:xfrm>
            <a:off x="2677078" y="1859123"/>
            <a:ext cx="649526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16x(4x4)</a:t>
            </a:r>
            <a:endParaRPr lang="ko-KR" altLang="en-US" sz="800" dirty="0"/>
          </a:p>
        </p:txBody>
      </p:sp>
      <p:sp>
        <p:nvSpPr>
          <p:cNvPr id="267" name="Rectangle 266">
            <a:extLst>
              <a:ext uri="{FF2B5EF4-FFF2-40B4-BE49-F238E27FC236}">
                <a16:creationId xmlns:a16="http://schemas.microsoft.com/office/drawing/2014/main" id="{5AB9C949-9C9F-5B36-9853-8392951B8929}"/>
              </a:ext>
            </a:extLst>
          </p:cNvPr>
          <p:cNvSpPr/>
          <p:nvPr/>
        </p:nvSpPr>
        <p:spPr>
          <a:xfrm>
            <a:off x="1088172" y="1458916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I</a:t>
            </a:r>
            <a:endParaRPr lang="ko-KR" altLang="en-US" sz="1000" dirty="0"/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1D2438E0-3FE8-AEB9-9584-782A3DA31521}"/>
              </a:ext>
            </a:extLst>
          </p:cNvPr>
          <p:cNvSpPr/>
          <p:nvPr/>
        </p:nvSpPr>
        <p:spPr>
          <a:xfrm>
            <a:off x="1888272" y="1458916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you</a:t>
            </a:r>
            <a:endParaRPr lang="ko-KR" altLang="en-US" sz="1000" dirty="0"/>
          </a:p>
        </p:txBody>
      </p:sp>
      <p:sp>
        <p:nvSpPr>
          <p:cNvPr id="269" name="Rectangle 268">
            <a:extLst>
              <a:ext uri="{FF2B5EF4-FFF2-40B4-BE49-F238E27FC236}">
                <a16:creationId xmlns:a16="http://schemas.microsoft.com/office/drawing/2014/main" id="{5F1616A3-537D-3ED0-37A1-2FD3B229EB8E}"/>
              </a:ext>
            </a:extLst>
          </p:cNvPr>
          <p:cNvSpPr/>
          <p:nvPr/>
        </p:nvSpPr>
        <p:spPr>
          <a:xfrm>
            <a:off x="1488222" y="1458916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like</a:t>
            </a:r>
            <a:endParaRPr lang="ko-KR" altLang="en-US" sz="1000" dirty="0"/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94FEFBD0-A04A-1CB7-3FBF-77089BACDD82}"/>
              </a:ext>
            </a:extLst>
          </p:cNvPr>
          <p:cNvSpPr/>
          <p:nvPr/>
        </p:nvSpPr>
        <p:spPr>
          <a:xfrm>
            <a:off x="1903751" y="1835788"/>
            <a:ext cx="400049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3x16</a:t>
            </a:r>
            <a:endParaRPr lang="ko-KR" altLang="en-US" sz="800" dirty="0"/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0FDDDB18-4CD6-9875-DDEF-60C75E7FE1E6}"/>
              </a:ext>
            </a:extLst>
          </p:cNvPr>
          <p:cNvSpPr txBox="1"/>
          <p:nvPr/>
        </p:nvSpPr>
        <p:spPr>
          <a:xfrm rot="20350822">
            <a:off x="233939" y="2436575"/>
            <a:ext cx="1909497" cy="261610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altLang="ko-KR" sz="1100" b="1" dirty="0">
                <a:solidFill>
                  <a:schemeClr val="bg1"/>
                </a:solidFill>
              </a:rPr>
              <a:t>Multi-Head Attention X 4</a:t>
            </a:r>
            <a:endParaRPr lang="ko-KR" altLang="en-US" sz="1100" b="1" dirty="0">
              <a:solidFill>
                <a:schemeClr val="bg1"/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C22926DA-C479-76C0-A4E7-28CA66DC2B39}"/>
              </a:ext>
            </a:extLst>
          </p:cNvPr>
          <p:cNvSpPr txBox="1"/>
          <p:nvPr/>
        </p:nvSpPr>
        <p:spPr>
          <a:xfrm>
            <a:off x="458552" y="1142374"/>
            <a:ext cx="1058303" cy="261610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altLang="ko-KR" sz="1100" b="1" dirty="0">
                <a:solidFill>
                  <a:schemeClr val="bg1"/>
                </a:solidFill>
              </a:rPr>
              <a:t>MHA Output</a:t>
            </a:r>
            <a:endParaRPr lang="ko-KR" altLang="en-US" sz="1100" b="1" dirty="0">
              <a:solidFill>
                <a:schemeClr val="bg1"/>
              </a:solidFill>
            </a:endParaRPr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EBA1C235-4739-C02B-7866-8482248259DE}"/>
              </a:ext>
            </a:extLst>
          </p:cNvPr>
          <p:cNvSpPr txBox="1"/>
          <p:nvPr/>
        </p:nvSpPr>
        <p:spPr>
          <a:xfrm>
            <a:off x="2279272" y="6256020"/>
            <a:ext cx="543739" cy="261610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altLang="ko-KR" sz="1100" b="1" dirty="0">
                <a:solidFill>
                  <a:schemeClr val="bg1"/>
                </a:solidFill>
              </a:rPr>
              <a:t>Input</a:t>
            </a:r>
            <a:endParaRPr lang="ko-KR" altLang="en-US" sz="1100" b="1" dirty="0">
              <a:solidFill>
                <a:schemeClr val="bg1"/>
              </a:solidFill>
            </a:endParaRPr>
          </a:p>
        </p:txBody>
      </p:sp>
      <p:cxnSp>
        <p:nvCxnSpPr>
          <p:cNvPr id="274" name="Straight Arrow Connector 273">
            <a:extLst>
              <a:ext uri="{FF2B5EF4-FFF2-40B4-BE49-F238E27FC236}">
                <a16:creationId xmlns:a16="http://schemas.microsoft.com/office/drawing/2014/main" id="{8CBF6BAA-0B60-A3A7-23FE-F8267B3CAB38}"/>
              </a:ext>
            </a:extLst>
          </p:cNvPr>
          <p:cNvCxnSpPr>
            <a:cxnSpLocks/>
          </p:cNvCxnSpPr>
          <p:nvPr/>
        </p:nvCxnSpPr>
        <p:spPr>
          <a:xfrm flipH="1">
            <a:off x="1590675" y="5751195"/>
            <a:ext cx="10864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8" name="Rectangle 277">
            <a:extLst>
              <a:ext uri="{FF2B5EF4-FFF2-40B4-BE49-F238E27FC236}">
                <a16:creationId xmlns:a16="http://schemas.microsoft.com/office/drawing/2014/main" id="{15CBDD20-D9D6-1296-1B72-C1012A210F74}"/>
              </a:ext>
            </a:extLst>
          </p:cNvPr>
          <p:cNvSpPr/>
          <p:nvPr/>
        </p:nvSpPr>
        <p:spPr>
          <a:xfrm>
            <a:off x="2665055" y="5682298"/>
            <a:ext cx="315912" cy="1809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/>
              <a:t>1</a:t>
            </a:r>
            <a:endParaRPr lang="ko-KR" altLang="en-US" sz="600" dirty="0"/>
          </a:p>
        </p:txBody>
      </p:sp>
      <p:sp>
        <p:nvSpPr>
          <p:cNvPr id="279" name="Rectangle 278">
            <a:extLst>
              <a:ext uri="{FF2B5EF4-FFF2-40B4-BE49-F238E27FC236}">
                <a16:creationId xmlns:a16="http://schemas.microsoft.com/office/drawing/2014/main" id="{EFA278E0-ADE8-4414-2152-AD98A1C52E8E}"/>
              </a:ext>
            </a:extLst>
          </p:cNvPr>
          <p:cNvSpPr/>
          <p:nvPr/>
        </p:nvSpPr>
        <p:spPr>
          <a:xfrm>
            <a:off x="3287355" y="5682298"/>
            <a:ext cx="315912" cy="1809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/>
              <a:t>3</a:t>
            </a:r>
            <a:endParaRPr lang="ko-KR" altLang="en-US" sz="600" dirty="0"/>
          </a:p>
        </p:txBody>
      </p:sp>
      <p:sp>
        <p:nvSpPr>
          <p:cNvPr id="280" name="Rectangle 279">
            <a:extLst>
              <a:ext uri="{FF2B5EF4-FFF2-40B4-BE49-F238E27FC236}">
                <a16:creationId xmlns:a16="http://schemas.microsoft.com/office/drawing/2014/main" id="{8FAAD3CA-5A9B-ED6E-4115-64B7E8E641BB}"/>
              </a:ext>
            </a:extLst>
          </p:cNvPr>
          <p:cNvSpPr/>
          <p:nvPr/>
        </p:nvSpPr>
        <p:spPr>
          <a:xfrm>
            <a:off x="2976205" y="5682298"/>
            <a:ext cx="315912" cy="1809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/>
              <a:t>2</a:t>
            </a:r>
            <a:endParaRPr lang="ko-KR" altLang="en-US" sz="600" dirty="0"/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1443B275-561C-D95E-FDC6-BC1872DDFB09}"/>
              </a:ext>
            </a:extLst>
          </p:cNvPr>
          <p:cNvSpPr/>
          <p:nvPr/>
        </p:nvSpPr>
        <p:spPr>
          <a:xfrm>
            <a:off x="3219926" y="5867400"/>
            <a:ext cx="401598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3x16</a:t>
            </a:r>
            <a:endParaRPr lang="ko-KR" altLang="en-US" sz="800" dirty="0"/>
          </a:p>
        </p:txBody>
      </p:sp>
      <p:sp>
        <p:nvSpPr>
          <p:cNvPr id="282" name="TextBox 281">
            <a:extLst>
              <a:ext uri="{FF2B5EF4-FFF2-40B4-BE49-F238E27FC236}">
                <a16:creationId xmlns:a16="http://schemas.microsoft.com/office/drawing/2014/main" id="{528CAB39-1682-205B-E508-5263E1ECCE5B}"/>
              </a:ext>
            </a:extLst>
          </p:cNvPr>
          <p:cNvSpPr txBox="1"/>
          <p:nvPr/>
        </p:nvSpPr>
        <p:spPr>
          <a:xfrm>
            <a:off x="3655947" y="5870893"/>
            <a:ext cx="1516762" cy="261610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altLang="ko-KR" sz="1100" b="1" dirty="0">
                <a:solidFill>
                  <a:schemeClr val="bg1"/>
                </a:solidFill>
              </a:rPr>
              <a:t>Positional Encoding</a:t>
            </a:r>
            <a:endParaRPr lang="ko-KR" altLang="en-US" sz="1100" b="1" dirty="0">
              <a:solidFill>
                <a:schemeClr val="bg1"/>
              </a:solidFill>
            </a:endParaRPr>
          </a:p>
        </p:txBody>
      </p:sp>
      <p:cxnSp>
        <p:nvCxnSpPr>
          <p:cNvPr id="283" name="Straight Arrow Connector 282">
            <a:extLst>
              <a:ext uri="{FF2B5EF4-FFF2-40B4-BE49-F238E27FC236}">
                <a16:creationId xmlns:a16="http://schemas.microsoft.com/office/drawing/2014/main" id="{51AC9B45-824E-0590-59C6-75050844E2BA}"/>
              </a:ext>
            </a:extLst>
          </p:cNvPr>
          <p:cNvCxnSpPr>
            <a:cxnSpLocks/>
            <a:stCxn id="269" idx="0"/>
          </p:cNvCxnSpPr>
          <p:nvPr/>
        </p:nvCxnSpPr>
        <p:spPr>
          <a:xfrm flipV="1">
            <a:off x="1688247" y="835187"/>
            <a:ext cx="0" cy="6237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7" name="Rectangle 286">
            <a:extLst>
              <a:ext uri="{FF2B5EF4-FFF2-40B4-BE49-F238E27FC236}">
                <a16:creationId xmlns:a16="http://schemas.microsoft.com/office/drawing/2014/main" id="{41819DC8-285B-466A-171E-54999DA7E1B7}"/>
              </a:ext>
            </a:extLst>
          </p:cNvPr>
          <p:cNvSpPr/>
          <p:nvPr/>
        </p:nvSpPr>
        <p:spPr>
          <a:xfrm>
            <a:off x="1182370" y="653745"/>
            <a:ext cx="1020558" cy="37465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Residual + Layer Norm</a:t>
            </a:r>
            <a:endParaRPr lang="ko-KR" altLang="en-US" sz="1000" dirty="0"/>
          </a:p>
        </p:txBody>
      </p:sp>
      <p:cxnSp>
        <p:nvCxnSpPr>
          <p:cNvPr id="290" name="Straight Arrow Connector 289">
            <a:extLst>
              <a:ext uri="{FF2B5EF4-FFF2-40B4-BE49-F238E27FC236}">
                <a16:creationId xmlns:a16="http://schemas.microsoft.com/office/drawing/2014/main" id="{DEA5B9ED-0B5E-4D90-21C1-DA69A5A584AA}"/>
              </a:ext>
            </a:extLst>
          </p:cNvPr>
          <p:cNvCxnSpPr>
            <a:cxnSpLocks/>
          </p:cNvCxnSpPr>
          <p:nvPr/>
        </p:nvCxnSpPr>
        <p:spPr>
          <a:xfrm>
            <a:off x="2215861" y="835187"/>
            <a:ext cx="5677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2" name="Rectangle 291">
            <a:extLst>
              <a:ext uri="{FF2B5EF4-FFF2-40B4-BE49-F238E27FC236}">
                <a16:creationId xmlns:a16="http://schemas.microsoft.com/office/drawing/2014/main" id="{42C4C9F4-A285-4CA8-195E-3E18BA774CEE}"/>
              </a:ext>
            </a:extLst>
          </p:cNvPr>
          <p:cNvSpPr/>
          <p:nvPr/>
        </p:nvSpPr>
        <p:spPr>
          <a:xfrm>
            <a:off x="2783640" y="677878"/>
            <a:ext cx="1228477" cy="37465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FFN</a:t>
            </a:r>
            <a:endParaRPr lang="ko-KR" altLang="en-US" sz="1000" dirty="0"/>
          </a:p>
        </p:txBody>
      </p:sp>
      <p:sp>
        <p:nvSpPr>
          <p:cNvPr id="293" name="Rectangle 292">
            <a:extLst>
              <a:ext uri="{FF2B5EF4-FFF2-40B4-BE49-F238E27FC236}">
                <a16:creationId xmlns:a16="http://schemas.microsoft.com/office/drawing/2014/main" id="{672A541B-D57A-F3DB-9BC0-E0F035879EDB}"/>
              </a:ext>
            </a:extLst>
          </p:cNvPr>
          <p:cNvSpPr/>
          <p:nvPr/>
        </p:nvSpPr>
        <p:spPr>
          <a:xfrm>
            <a:off x="2783640" y="1060356"/>
            <a:ext cx="436286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3x64</a:t>
            </a:r>
            <a:endParaRPr lang="ko-KR" altLang="en-US" sz="800" dirty="0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33E607AE-82F2-F71A-4D10-B9C499F6843A}"/>
              </a:ext>
            </a:extLst>
          </p:cNvPr>
          <p:cNvSpPr/>
          <p:nvPr/>
        </p:nvSpPr>
        <p:spPr>
          <a:xfrm>
            <a:off x="3579473" y="1060356"/>
            <a:ext cx="436285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3x16</a:t>
            </a:r>
            <a:endParaRPr lang="ko-KR" altLang="en-US" sz="800" dirty="0"/>
          </a:p>
        </p:txBody>
      </p:sp>
      <p:cxnSp>
        <p:nvCxnSpPr>
          <p:cNvPr id="295" name="Straight Arrow Connector 294">
            <a:extLst>
              <a:ext uri="{FF2B5EF4-FFF2-40B4-BE49-F238E27FC236}">
                <a16:creationId xmlns:a16="http://schemas.microsoft.com/office/drawing/2014/main" id="{30FA7A63-7B5E-990E-C6D7-65BC7658733F}"/>
              </a:ext>
            </a:extLst>
          </p:cNvPr>
          <p:cNvCxnSpPr>
            <a:cxnSpLocks/>
          </p:cNvCxnSpPr>
          <p:nvPr/>
        </p:nvCxnSpPr>
        <p:spPr>
          <a:xfrm>
            <a:off x="4012117" y="854570"/>
            <a:ext cx="5677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7" name="Rectangle 296">
            <a:extLst>
              <a:ext uri="{FF2B5EF4-FFF2-40B4-BE49-F238E27FC236}">
                <a16:creationId xmlns:a16="http://schemas.microsoft.com/office/drawing/2014/main" id="{424CDBC8-4371-3F2C-1867-318FAE940C64}"/>
              </a:ext>
            </a:extLst>
          </p:cNvPr>
          <p:cNvSpPr/>
          <p:nvPr/>
        </p:nvSpPr>
        <p:spPr>
          <a:xfrm>
            <a:off x="4567832" y="647862"/>
            <a:ext cx="1020558" cy="37465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Residual + Layer Norm</a:t>
            </a:r>
            <a:endParaRPr lang="ko-KR" altLang="en-US" sz="1000" dirty="0"/>
          </a:p>
        </p:txBody>
      </p:sp>
      <p:cxnSp>
        <p:nvCxnSpPr>
          <p:cNvPr id="298" name="Straight Arrow Connector 297">
            <a:extLst>
              <a:ext uri="{FF2B5EF4-FFF2-40B4-BE49-F238E27FC236}">
                <a16:creationId xmlns:a16="http://schemas.microsoft.com/office/drawing/2014/main" id="{1C6F497B-097E-0FC0-6BE4-DAD84AB1B5AC}"/>
              </a:ext>
            </a:extLst>
          </p:cNvPr>
          <p:cNvCxnSpPr>
            <a:cxnSpLocks/>
          </p:cNvCxnSpPr>
          <p:nvPr/>
        </p:nvCxnSpPr>
        <p:spPr>
          <a:xfrm>
            <a:off x="5583555" y="843473"/>
            <a:ext cx="5677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9" name="Rectangle 298">
            <a:extLst>
              <a:ext uri="{FF2B5EF4-FFF2-40B4-BE49-F238E27FC236}">
                <a16:creationId xmlns:a16="http://schemas.microsoft.com/office/drawing/2014/main" id="{593DE7D1-E6D7-4EB6-C587-53AEA76C934A}"/>
              </a:ext>
            </a:extLst>
          </p:cNvPr>
          <p:cNvSpPr/>
          <p:nvPr/>
        </p:nvSpPr>
        <p:spPr>
          <a:xfrm>
            <a:off x="6151335" y="66724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I</a:t>
            </a:r>
            <a:endParaRPr lang="ko-KR" altLang="en-US" sz="1000" dirty="0"/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012EDF8D-D7F8-346B-71D4-DFAFDDDCA616}"/>
              </a:ext>
            </a:extLst>
          </p:cNvPr>
          <p:cNvSpPr/>
          <p:nvPr/>
        </p:nvSpPr>
        <p:spPr>
          <a:xfrm>
            <a:off x="6951435" y="66724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you</a:t>
            </a:r>
            <a:endParaRPr lang="ko-KR" altLang="en-US" sz="1000" dirty="0"/>
          </a:p>
        </p:txBody>
      </p:sp>
      <p:sp>
        <p:nvSpPr>
          <p:cNvPr id="301" name="Rectangle 300">
            <a:extLst>
              <a:ext uri="{FF2B5EF4-FFF2-40B4-BE49-F238E27FC236}">
                <a16:creationId xmlns:a16="http://schemas.microsoft.com/office/drawing/2014/main" id="{A818B8C8-536C-2F9B-0BF2-3D69D773405F}"/>
              </a:ext>
            </a:extLst>
          </p:cNvPr>
          <p:cNvSpPr/>
          <p:nvPr/>
        </p:nvSpPr>
        <p:spPr>
          <a:xfrm>
            <a:off x="6551385" y="66724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like</a:t>
            </a:r>
            <a:endParaRPr lang="ko-KR" altLang="en-US" sz="1000" dirty="0"/>
          </a:p>
        </p:txBody>
      </p:sp>
      <p:sp>
        <p:nvSpPr>
          <p:cNvPr id="302" name="Rectangle 301">
            <a:extLst>
              <a:ext uri="{FF2B5EF4-FFF2-40B4-BE49-F238E27FC236}">
                <a16:creationId xmlns:a16="http://schemas.microsoft.com/office/drawing/2014/main" id="{743A59B0-8C49-8F62-7236-73CA60838558}"/>
              </a:ext>
            </a:extLst>
          </p:cNvPr>
          <p:cNvSpPr/>
          <p:nvPr/>
        </p:nvSpPr>
        <p:spPr>
          <a:xfrm>
            <a:off x="6966914" y="1044117"/>
            <a:ext cx="400050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3x16</a:t>
            </a:r>
            <a:endParaRPr lang="ko-KR" altLang="en-US" sz="800" dirty="0"/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34D3BBA4-0E70-D08E-A2C1-E134BD12F2DA}"/>
              </a:ext>
            </a:extLst>
          </p:cNvPr>
          <p:cNvSpPr txBox="1"/>
          <p:nvPr/>
        </p:nvSpPr>
        <p:spPr>
          <a:xfrm>
            <a:off x="5786233" y="366898"/>
            <a:ext cx="663964" cy="261610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altLang="ko-KR" sz="1100" b="1" dirty="0">
                <a:solidFill>
                  <a:schemeClr val="bg1"/>
                </a:solidFill>
              </a:rPr>
              <a:t>Output</a:t>
            </a:r>
            <a:endParaRPr lang="ko-KR" altLang="en-US" sz="1100" b="1" dirty="0">
              <a:solidFill>
                <a:schemeClr val="bg1"/>
              </a:solidFill>
            </a:endParaRPr>
          </a:p>
        </p:txBody>
      </p:sp>
      <p:sp>
        <p:nvSpPr>
          <p:cNvPr id="304" name="TextBox 303">
            <a:extLst>
              <a:ext uri="{FF2B5EF4-FFF2-40B4-BE49-F238E27FC236}">
                <a16:creationId xmlns:a16="http://schemas.microsoft.com/office/drawing/2014/main" id="{65FD19CB-571B-1418-03DA-B0158906DFE4}"/>
              </a:ext>
            </a:extLst>
          </p:cNvPr>
          <p:cNvSpPr txBox="1"/>
          <p:nvPr/>
        </p:nvSpPr>
        <p:spPr>
          <a:xfrm>
            <a:off x="4483177" y="4154170"/>
            <a:ext cx="916255" cy="169277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altLang="ko-KR" sz="500" b="1" dirty="0">
                <a:solidFill>
                  <a:schemeClr val="bg1"/>
                </a:solidFill>
              </a:rPr>
              <a:t>Attention weight</a:t>
            </a:r>
            <a:endParaRPr lang="ko-KR" altLang="en-US" sz="500" b="1" dirty="0">
              <a:solidFill>
                <a:schemeClr val="bg1"/>
              </a:solidFill>
            </a:endParaRPr>
          </a:p>
        </p:txBody>
      </p:sp>
      <p:sp>
        <p:nvSpPr>
          <p:cNvPr id="310" name="TextBox 309">
            <a:extLst>
              <a:ext uri="{FF2B5EF4-FFF2-40B4-BE49-F238E27FC236}">
                <a16:creationId xmlns:a16="http://schemas.microsoft.com/office/drawing/2014/main" id="{C4CE773F-C248-9264-A762-648190604585}"/>
              </a:ext>
            </a:extLst>
          </p:cNvPr>
          <p:cNvSpPr txBox="1"/>
          <p:nvPr/>
        </p:nvSpPr>
        <p:spPr>
          <a:xfrm>
            <a:off x="7028104" y="2685100"/>
            <a:ext cx="480575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 sz="1600" b="1" dirty="0"/>
              <a:t>Sum(Input + Positional Encoding)</a:t>
            </a:r>
          </a:p>
          <a:p>
            <a:pPr marL="342900" indent="-342900">
              <a:buAutoNum type="arabicPeriod"/>
            </a:pPr>
            <a:endParaRPr lang="en-US" altLang="ko-KR" sz="1600" b="1" dirty="0"/>
          </a:p>
          <a:p>
            <a:pPr marL="342900" indent="-342900">
              <a:buAutoNum type="arabicPeriod"/>
            </a:pPr>
            <a:r>
              <a:rPr lang="en-US" altLang="ko-KR" sz="1600" b="1" dirty="0"/>
              <a:t>Softmax Result is similarity of tokens</a:t>
            </a:r>
          </a:p>
          <a:p>
            <a:pPr marL="342900" indent="-342900">
              <a:buAutoNum type="arabicPeriod"/>
            </a:pPr>
            <a:endParaRPr lang="en-US" altLang="ko-KR" sz="1600" b="1" dirty="0"/>
          </a:p>
          <a:p>
            <a:pPr marL="342900" indent="-342900">
              <a:buAutoNum type="arabicPeriod"/>
            </a:pPr>
            <a:r>
              <a:rPr lang="en-US" altLang="ko-KR" sz="1600" b="1" dirty="0"/>
              <a:t>Input dimension =</a:t>
            </a:r>
          </a:p>
          <a:p>
            <a:r>
              <a:rPr lang="en-US" altLang="ko-KR" sz="1600" b="1" dirty="0"/>
              <a:t>     Number of Multi-Head x Value dimension</a:t>
            </a:r>
          </a:p>
          <a:p>
            <a:pPr marL="342900" indent="-342900">
              <a:buAutoNum type="arabicPeriod"/>
            </a:pPr>
            <a:endParaRPr lang="en-US" altLang="ko-KR" sz="1600" b="1" dirty="0"/>
          </a:p>
          <a:p>
            <a:pPr marL="342900" indent="-342900">
              <a:buAutoNum type="arabicPeriod" startAt="4"/>
            </a:pPr>
            <a:r>
              <a:rPr lang="en-US" altLang="ko-KR" sz="1600" b="1" dirty="0"/>
              <a:t>FFN is usually increasing 4 times dimension</a:t>
            </a:r>
          </a:p>
          <a:p>
            <a:r>
              <a:rPr lang="en-US" altLang="ko-KR" sz="1600" b="1" dirty="0"/>
              <a:t>     and get it back</a:t>
            </a:r>
            <a:endParaRPr lang="ko-KR" altLang="en-US" sz="1600" b="1" dirty="0"/>
          </a:p>
        </p:txBody>
      </p:sp>
      <p:sp>
        <p:nvSpPr>
          <p:cNvPr id="313" name="TextBox 312">
            <a:extLst>
              <a:ext uri="{FF2B5EF4-FFF2-40B4-BE49-F238E27FC236}">
                <a16:creationId xmlns:a16="http://schemas.microsoft.com/office/drawing/2014/main" id="{D181DB68-8864-D051-A592-6A819E2FC3F6}"/>
              </a:ext>
            </a:extLst>
          </p:cNvPr>
          <p:cNvSpPr txBox="1"/>
          <p:nvPr/>
        </p:nvSpPr>
        <p:spPr>
          <a:xfrm>
            <a:off x="226549" y="135158"/>
            <a:ext cx="1164101" cy="400110"/>
          </a:xfrm>
          <a:prstGeom prst="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altLang="ko-KR" sz="2000" b="1" dirty="0">
                <a:solidFill>
                  <a:schemeClr val="bg1"/>
                </a:solidFill>
              </a:rPr>
              <a:t>Encoder</a:t>
            </a:r>
            <a:endParaRPr lang="ko-KR" altLang="en-US" sz="2000" b="1" dirty="0">
              <a:solidFill>
                <a:schemeClr val="bg1"/>
              </a:solidFill>
            </a:endParaRPr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983E05F8-72F5-C0BA-772B-72DB61827C92}"/>
              </a:ext>
            </a:extLst>
          </p:cNvPr>
          <p:cNvSpPr txBox="1"/>
          <p:nvPr/>
        </p:nvSpPr>
        <p:spPr>
          <a:xfrm rot="19546589">
            <a:off x="3309889" y="3059866"/>
            <a:ext cx="5545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…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6758040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39C85-39A2-3FB8-4057-A07F9F947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1" name="Straight Arrow Connector 190">
            <a:extLst>
              <a:ext uri="{FF2B5EF4-FFF2-40B4-BE49-F238E27FC236}">
                <a16:creationId xmlns:a16="http://schemas.microsoft.com/office/drawing/2014/main" id="{6BD56A73-1E99-6113-449A-E500DEEF232B}"/>
              </a:ext>
            </a:extLst>
          </p:cNvPr>
          <p:cNvCxnSpPr>
            <a:cxnSpLocks/>
          </p:cNvCxnSpPr>
          <p:nvPr/>
        </p:nvCxnSpPr>
        <p:spPr>
          <a:xfrm flipV="1">
            <a:off x="5583555" y="2430146"/>
            <a:ext cx="0" cy="2476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Arrow Connector 192">
            <a:extLst>
              <a:ext uri="{FF2B5EF4-FFF2-40B4-BE49-F238E27FC236}">
                <a16:creationId xmlns:a16="http://schemas.microsoft.com/office/drawing/2014/main" id="{F9778990-5300-E48C-57E5-FA0F42EC2C04}"/>
              </a:ext>
            </a:extLst>
          </p:cNvPr>
          <p:cNvCxnSpPr>
            <a:cxnSpLocks/>
            <a:stCxn id="314" idx="0"/>
            <a:endCxn id="257" idx="3"/>
          </p:cNvCxnSpPr>
          <p:nvPr/>
        </p:nvCxnSpPr>
        <p:spPr>
          <a:xfrm flipH="1" flipV="1">
            <a:off x="4652487" y="1668147"/>
            <a:ext cx="911343" cy="3814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Arrow Connector 194">
            <a:extLst>
              <a:ext uri="{FF2B5EF4-FFF2-40B4-BE49-F238E27FC236}">
                <a16:creationId xmlns:a16="http://schemas.microsoft.com/office/drawing/2014/main" id="{7CCD6354-1D53-4230-9ACE-B95041023499}"/>
              </a:ext>
            </a:extLst>
          </p:cNvPr>
          <p:cNvCxnSpPr>
            <a:cxnSpLocks/>
            <a:endCxn id="257" idx="3"/>
          </p:cNvCxnSpPr>
          <p:nvPr/>
        </p:nvCxnSpPr>
        <p:spPr>
          <a:xfrm flipH="1" flipV="1">
            <a:off x="4652487" y="1668147"/>
            <a:ext cx="691753" cy="12677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6" name="Rectangle 255">
            <a:extLst>
              <a:ext uri="{FF2B5EF4-FFF2-40B4-BE49-F238E27FC236}">
                <a16:creationId xmlns:a16="http://schemas.microsoft.com/office/drawing/2014/main" id="{7B9A963F-D343-6C32-E103-F73A6B769380}"/>
              </a:ext>
            </a:extLst>
          </p:cNvPr>
          <p:cNvSpPr/>
          <p:nvPr/>
        </p:nvSpPr>
        <p:spPr>
          <a:xfrm>
            <a:off x="4118489" y="1852297"/>
            <a:ext cx="533998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4x(4x4)</a:t>
            </a:r>
            <a:endParaRPr lang="ko-KR" altLang="en-US" sz="800" dirty="0"/>
          </a:p>
        </p:txBody>
      </p:sp>
      <p:sp>
        <p:nvSpPr>
          <p:cNvPr id="257" name="Rectangle 256">
            <a:extLst>
              <a:ext uri="{FF2B5EF4-FFF2-40B4-BE49-F238E27FC236}">
                <a16:creationId xmlns:a16="http://schemas.microsoft.com/office/drawing/2014/main" id="{4D8C9C3B-EF00-B570-5E47-FEB663721D5E}"/>
              </a:ext>
            </a:extLst>
          </p:cNvPr>
          <p:cNvSpPr/>
          <p:nvPr/>
        </p:nvSpPr>
        <p:spPr>
          <a:xfrm>
            <a:off x="3789918" y="1480822"/>
            <a:ext cx="862569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concat</a:t>
            </a:r>
            <a:endParaRPr lang="ko-KR" altLang="en-US" sz="1000" dirty="0"/>
          </a:p>
        </p:txBody>
      </p:sp>
      <p:cxnSp>
        <p:nvCxnSpPr>
          <p:cNvPr id="258" name="Straight Arrow Connector 257">
            <a:extLst>
              <a:ext uri="{FF2B5EF4-FFF2-40B4-BE49-F238E27FC236}">
                <a16:creationId xmlns:a16="http://schemas.microsoft.com/office/drawing/2014/main" id="{15E5445F-4046-0A17-ECCA-748A8860C35B}"/>
              </a:ext>
            </a:extLst>
          </p:cNvPr>
          <p:cNvCxnSpPr>
            <a:cxnSpLocks/>
            <a:stCxn id="257" idx="1"/>
          </p:cNvCxnSpPr>
          <p:nvPr/>
        </p:nvCxnSpPr>
        <p:spPr>
          <a:xfrm flipH="1" flipV="1">
            <a:off x="2278380" y="1659099"/>
            <a:ext cx="1511538" cy="90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5" name="Rectangle 264">
            <a:extLst>
              <a:ext uri="{FF2B5EF4-FFF2-40B4-BE49-F238E27FC236}">
                <a16:creationId xmlns:a16="http://schemas.microsoft.com/office/drawing/2014/main" id="{F7C4C16D-DBCE-71DD-0AC9-5A0A818A369E}"/>
              </a:ext>
            </a:extLst>
          </p:cNvPr>
          <p:cNvSpPr/>
          <p:nvPr/>
        </p:nvSpPr>
        <p:spPr>
          <a:xfrm>
            <a:off x="2912902" y="1477647"/>
            <a:ext cx="400050" cy="37465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O</a:t>
            </a:r>
            <a:endParaRPr lang="ko-KR" altLang="en-US" sz="1000" dirty="0"/>
          </a:p>
        </p:txBody>
      </p:sp>
      <p:sp>
        <p:nvSpPr>
          <p:cNvPr id="266" name="Rectangle 265">
            <a:extLst>
              <a:ext uri="{FF2B5EF4-FFF2-40B4-BE49-F238E27FC236}">
                <a16:creationId xmlns:a16="http://schemas.microsoft.com/office/drawing/2014/main" id="{CC06D902-DD2E-C523-38C7-691B87E260C4}"/>
              </a:ext>
            </a:extLst>
          </p:cNvPr>
          <p:cNvSpPr/>
          <p:nvPr/>
        </p:nvSpPr>
        <p:spPr>
          <a:xfrm>
            <a:off x="2677078" y="1859123"/>
            <a:ext cx="649526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16x(4x4)</a:t>
            </a:r>
            <a:endParaRPr lang="ko-KR" altLang="en-US" sz="800" dirty="0"/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E1FE178C-F859-909F-B7A7-83A93D3F97AD}"/>
              </a:ext>
            </a:extLst>
          </p:cNvPr>
          <p:cNvSpPr/>
          <p:nvPr/>
        </p:nvSpPr>
        <p:spPr>
          <a:xfrm>
            <a:off x="1903751" y="1835788"/>
            <a:ext cx="400049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4x16</a:t>
            </a:r>
            <a:endParaRPr lang="ko-KR" altLang="en-US" sz="800" dirty="0"/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2A4627EF-EBBF-72D1-77B4-DBA2086FE888}"/>
              </a:ext>
            </a:extLst>
          </p:cNvPr>
          <p:cNvSpPr txBox="1"/>
          <p:nvPr/>
        </p:nvSpPr>
        <p:spPr>
          <a:xfrm rot="20350822">
            <a:off x="68958" y="2480825"/>
            <a:ext cx="2481770" cy="261610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altLang="ko-KR" sz="1100" b="1" dirty="0">
                <a:solidFill>
                  <a:schemeClr val="bg1"/>
                </a:solidFill>
              </a:rPr>
              <a:t>Masked Multi-Head Attention X 4</a:t>
            </a:r>
            <a:endParaRPr lang="ko-KR" altLang="en-US" sz="1100" b="1" dirty="0">
              <a:solidFill>
                <a:schemeClr val="bg1"/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A0A68E88-0E36-0ACE-F3D4-085113E09E19}"/>
              </a:ext>
            </a:extLst>
          </p:cNvPr>
          <p:cNvSpPr txBox="1"/>
          <p:nvPr/>
        </p:nvSpPr>
        <p:spPr>
          <a:xfrm>
            <a:off x="458552" y="1142374"/>
            <a:ext cx="1058303" cy="261610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altLang="ko-KR" sz="1100" b="1" dirty="0">
                <a:solidFill>
                  <a:schemeClr val="bg1"/>
                </a:solidFill>
              </a:rPr>
              <a:t>MHA Output</a:t>
            </a:r>
            <a:endParaRPr lang="ko-KR" altLang="en-US" sz="1100" b="1" dirty="0">
              <a:solidFill>
                <a:schemeClr val="bg1"/>
              </a:solidFill>
            </a:endParaRPr>
          </a:p>
        </p:txBody>
      </p:sp>
      <p:cxnSp>
        <p:nvCxnSpPr>
          <p:cNvPr id="283" name="Straight Arrow Connector 282">
            <a:extLst>
              <a:ext uri="{FF2B5EF4-FFF2-40B4-BE49-F238E27FC236}">
                <a16:creationId xmlns:a16="http://schemas.microsoft.com/office/drawing/2014/main" id="{AB5A8D09-B308-5F94-1318-9DE8764D0675}"/>
              </a:ext>
            </a:extLst>
          </p:cNvPr>
          <p:cNvCxnSpPr>
            <a:cxnSpLocks/>
          </p:cNvCxnSpPr>
          <p:nvPr/>
        </p:nvCxnSpPr>
        <p:spPr>
          <a:xfrm flipV="1">
            <a:off x="1688247" y="835187"/>
            <a:ext cx="0" cy="6237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7" name="Rectangle 286">
            <a:extLst>
              <a:ext uri="{FF2B5EF4-FFF2-40B4-BE49-F238E27FC236}">
                <a16:creationId xmlns:a16="http://schemas.microsoft.com/office/drawing/2014/main" id="{2236E470-5E7B-3FA6-2F0A-8DE2177A92D1}"/>
              </a:ext>
            </a:extLst>
          </p:cNvPr>
          <p:cNvSpPr/>
          <p:nvPr/>
        </p:nvSpPr>
        <p:spPr>
          <a:xfrm>
            <a:off x="1182370" y="653745"/>
            <a:ext cx="1020558" cy="37465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Residual + Layer Norm</a:t>
            </a:r>
            <a:endParaRPr lang="ko-KR" altLang="en-US" sz="1000" dirty="0"/>
          </a:p>
        </p:txBody>
      </p:sp>
      <p:cxnSp>
        <p:nvCxnSpPr>
          <p:cNvPr id="290" name="Straight Arrow Connector 289">
            <a:extLst>
              <a:ext uri="{FF2B5EF4-FFF2-40B4-BE49-F238E27FC236}">
                <a16:creationId xmlns:a16="http://schemas.microsoft.com/office/drawing/2014/main" id="{8270F5C3-0641-393E-7941-2A6FFE9FF2EB}"/>
              </a:ext>
            </a:extLst>
          </p:cNvPr>
          <p:cNvCxnSpPr>
            <a:cxnSpLocks/>
          </p:cNvCxnSpPr>
          <p:nvPr/>
        </p:nvCxnSpPr>
        <p:spPr>
          <a:xfrm>
            <a:off x="2215861" y="835187"/>
            <a:ext cx="5677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2" name="Rectangle 291">
            <a:extLst>
              <a:ext uri="{FF2B5EF4-FFF2-40B4-BE49-F238E27FC236}">
                <a16:creationId xmlns:a16="http://schemas.microsoft.com/office/drawing/2014/main" id="{FE7B3FDA-6F7D-F590-6CD6-4FDC1FC53DD7}"/>
              </a:ext>
            </a:extLst>
          </p:cNvPr>
          <p:cNvSpPr/>
          <p:nvPr/>
        </p:nvSpPr>
        <p:spPr>
          <a:xfrm>
            <a:off x="2783640" y="677878"/>
            <a:ext cx="1228477" cy="37465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FFN</a:t>
            </a:r>
            <a:endParaRPr lang="ko-KR" altLang="en-US" sz="1000" dirty="0"/>
          </a:p>
        </p:txBody>
      </p:sp>
      <p:sp>
        <p:nvSpPr>
          <p:cNvPr id="293" name="Rectangle 292">
            <a:extLst>
              <a:ext uri="{FF2B5EF4-FFF2-40B4-BE49-F238E27FC236}">
                <a16:creationId xmlns:a16="http://schemas.microsoft.com/office/drawing/2014/main" id="{2B9ACF00-D292-0832-611E-3ECDA2ECD055}"/>
              </a:ext>
            </a:extLst>
          </p:cNvPr>
          <p:cNvSpPr/>
          <p:nvPr/>
        </p:nvSpPr>
        <p:spPr>
          <a:xfrm>
            <a:off x="2783640" y="1060356"/>
            <a:ext cx="436286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4x64</a:t>
            </a:r>
            <a:endParaRPr lang="ko-KR" altLang="en-US" sz="800" dirty="0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9A681A87-9EFD-1BE2-3726-49229CABE431}"/>
              </a:ext>
            </a:extLst>
          </p:cNvPr>
          <p:cNvSpPr/>
          <p:nvPr/>
        </p:nvSpPr>
        <p:spPr>
          <a:xfrm>
            <a:off x="3579473" y="1060356"/>
            <a:ext cx="436285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4x16</a:t>
            </a:r>
            <a:endParaRPr lang="ko-KR" altLang="en-US" sz="800" dirty="0"/>
          </a:p>
        </p:txBody>
      </p:sp>
      <p:cxnSp>
        <p:nvCxnSpPr>
          <p:cNvPr id="295" name="Straight Arrow Connector 294">
            <a:extLst>
              <a:ext uri="{FF2B5EF4-FFF2-40B4-BE49-F238E27FC236}">
                <a16:creationId xmlns:a16="http://schemas.microsoft.com/office/drawing/2014/main" id="{B9FBA2D8-4869-BC83-B484-99D07830364B}"/>
              </a:ext>
            </a:extLst>
          </p:cNvPr>
          <p:cNvCxnSpPr>
            <a:cxnSpLocks/>
          </p:cNvCxnSpPr>
          <p:nvPr/>
        </p:nvCxnSpPr>
        <p:spPr>
          <a:xfrm>
            <a:off x="4012117" y="854570"/>
            <a:ext cx="5677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7" name="Rectangle 296">
            <a:extLst>
              <a:ext uri="{FF2B5EF4-FFF2-40B4-BE49-F238E27FC236}">
                <a16:creationId xmlns:a16="http://schemas.microsoft.com/office/drawing/2014/main" id="{8CF7D069-30EB-CF0C-D4AF-C2190FBB135F}"/>
              </a:ext>
            </a:extLst>
          </p:cNvPr>
          <p:cNvSpPr/>
          <p:nvPr/>
        </p:nvSpPr>
        <p:spPr>
          <a:xfrm>
            <a:off x="4567832" y="647862"/>
            <a:ext cx="1020558" cy="37465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Residual + Layer Norm</a:t>
            </a:r>
            <a:endParaRPr lang="ko-KR" altLang="en-US" sz="1000" dirty="0"/>
          </a:p>
        </p:txBody>
      </p:sp>
      <p:cxnSp>
        <p:nvCxnSpPr>
          <p:cNvPr id="298" name="Straight Arrow Connector 297">
            <a:extLst>
              <a:ext uri="{FF2B5EF4-FFF2-40B4-BE49-F238E27FC236}">
                <a16:creationId xmlns:a16="http://schemas.microsoft.com/office/drawing/2014/main" id="{8D603E40-8044-7129-A124-6E5CAE859D06}"/>
              </a:ext>
            </a:extLst>
          </p:cNvPr>
          <p:cNvCxnSpPr>
            <a:cxnSpLocks/>
          </p:cNvCxnSpPr>
          <p:nvPr/>
        </p:nvCxnSpPr>
        <p:spPr>
          <a:xfrm>
            <a:off x="5583555" y="843473"/>
            <a:ext cx="5677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3" name="TextBox 302">
            <a:extLst>
              <a:ext uri="{FF2B5EF4-FFF2-40B4-BE49-F238E27FC236}">
                <a16:creationId xmlns:a16="http://schemas.microsoft.com/office/drawing/2014/main" id="{C0D0B359-5A6D-A7F8-E789-92B96E25ADDC}"/>
              </a:ext>
            </a:extLst>
          </p:cNvPr>
          <p:cNvSpPr txBox="1"/>
          <p:nvPr/>
        </p:nvSpPr>
        <p:spPr>
          <a:xfrm>
            <a:off x="5786233" y="366898"/>
            <a:ext cx="663964" cy="261610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altLang="ko-KR" sz="1100" b="1" dirty="0">
                <a:solidFill>
                  <a:schemeClr val="bg1"/>
                </a:solidFill>
              </a:rPr>
              <a:t>Output</a:t>
            </a:r>
            <a:endParaRPr lang="ko-KR" altLang="en-US" sz="1100" b="1" dirty="0">
              <a:solidFill>
                <a:schemeClr val="bg1"/>
              </a:solidFill>
            </a:endParaRP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1624BA96-9007-974D-E766-417D7E1DF530}"/>
              </a:ext>
            </a:extLst>
          </p:cNvPr>
          <p:cNvSpPr/>
          <p:nvPr/>
        </p:nvSpPr>
        <p:spPr>
          <a:xfrm>
            <a:off x="1716880" y="2607946"/>
            <a:ext cx="5445920" cy="2120900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6EAA7C8B-EA9C-28AE-41F8-CC5CF2CF2D30}"/>
              </a:ext>
            </a:extLst>
          </p:cNvPr>
          <p:cNvSpPr/>
          <p:nvPr/>
        </p:nvSpPr>
        <p:spPr>
          <a:xfrm>
            <a:off x="1316830" y="3917633"/>
            <a:ext cx="400050" cy="37465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Q</a:t>
            </a:r>
            <a:endParaRPr lang="ko-KR" altLang="en-US" sz="1000" dirty="0"/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99577849-F82A-2311-52FD-A26CD11D80EB}"/>
              </a:ext>
            </a:extLst>
          </p:cNvPr>
          <p:cNvSpPr/>
          <p:nvPr/>
        </p:nvSpPr>
        <p:spPr>
          <a:xfrm>
            <a:off x="1316830" y="3295333"/>
            <a:ext cx="400050" cy="37465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K</a:t>
            </a:r>
            <a:endParaRPr lang="ko-KR" altLang="en-US" sz="1000" dirty="0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16EB4575-EEA5-84C1-1379-00BD0EA25B1F}"/>
              </a:ext>
            </a:extLst>
          </p:cNvPr>
          <p:cNvSpPr/>
          <p:nvPr/>
        </p:nvSpPr>
        <p:spPr>
          <a:xfrm>
            <a:off x="1316830" y="2673033"/>
            <a:ext cx="400050" cy="37465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V</a:t>
            </a:r>
            <a:endParaRPr lang="ko-KR" altLang="en-US" sz="1000" dirty="0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7C5D2564-05CE-3E16-4D58-7660D34934D6}"/>
              </a:ext>
            </a:extLst>
          </p:cNvPr>
          <p:cNvSpPr/>
          <p:nvPr/>
        </p:nvSpPr>
        <p:spPr>
          <a:xfrm>
            <a:off x="1364455" y="4289108"/>
            <a:ext cx="352425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8x5</a:t>
            </a:r>
            <a:endParaRPr lang="ko-KR" altLang="en-US" sz="800" dirty="0"/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02623A3D-D273-7B05-6E01-DA88DCFB0423}"/>
              </a:ext>
            </a:extLst>
          </p:cNvPr>
          <p:cNvSpPr/>
          <p:nvPr/>
        </p:nvSpPr>
        <p:spPr>
          <a:xfrm>
            <a:off x="1364455" y="3676333"/>
            <a:ext cx="352425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8x5</a:t>
            </a:r>
            <a:endParaRPr lang="ko-KR" altLang="en-US" sz="800" dirty="0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C97B5035-A627-1F6E-92EA-9ABB9BE6D4FC}"/>
              </a:ext>
            </a:extLst>
          </p:cNvPr>
          <p:cNvSpPr/>
          <p:nvPr/>
        </p:nvSpPr>
        <p:spPr>
          <a:xfrm>
            <a:off x="1282066" y="3054033"/>
            <a:ext cx="434814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16x4</a:t>
            </a:r>
            <a:endParaRPr lang="ko-KR" altLang="en-US" sz="800" dirty="0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D3EEAE54-7366-4C0A-8533-3A95538DEDBD}"/>
              </a:ext>
            </a:extLst>
          </p:cNvPr>
          <p:cNvSpPr txBox="1"/>
          <p:nvPr/>
        </p:nvSpPr>
        <p:spPr>
          <a:xfrm>
            <a:off x="4483177" y="4154170"/>
            <a:ext cx="916255" cy="169277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altLang="ko-KR" sz="500" b="1" dirty="0">
                <a:solidFill>
                  <a:schemeClr val="bg1"/>
                </a:solidFill>
              </a:rPr>
              <a:t>Attention weight</a:t>
            </a:r>
            <a:endParaRPr lang="ko-KR" altLang="en-US" sz="500" b="1" dirty="0">
              <a:solidFill>
                <a:schemeClr val="bg1"/>
              </a:solidFill>
            </a:endParaRP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3B876C24-9496-A285-0263-373AD0BB2FA1}"/>
              </a:ext>
            </a:extLst>
          </p:cNvPr>
          <p:cNvSpPr txBox="1"/>
          <p:nvPr/>
        </p:nvSpPr>
        <p:spPr>
          <a:xfrm rot="19546589">
            <a:off x="3309889" y="3059866"/>
            <a:ext cx="5545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…</a:t>
            </a:r>
            <a:endParaRPr lang="ko-KR" altLang="en-US" b="1" dirty="0"/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B368B1C5-EC91-4E7D-0218-B2DD19268AEB}"/>
              </a:ext>
            </a:extLst>
          </p:cNvPr>
          <p:cNvSpPr/>
          <p:nvPr/>
        </p:nvSpPr>
        <p:spPr>
          <a:xfrm>
            <a:off x="990600" y="5875020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I</a:t>
            </a:r>
            <a:endParaRPr lang="ko-KR" altLang="en-US" sz="1000" dirty="0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E1F9D150-69D7-2C46-3680-8670BF59BEFD}"/>
              </a:ext>
            </a:extLst>
          </p:cNvPr>
          <p:cNvSpPr/>
          <p:nvPr/>
        </p:nvSpPr>
        <p:spPr>
          <a:xfrm>
            <a:off x="1790700" y="5875020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you</a:t>
            </a:r>
            <a:endParaRPr lang="ko-KR" altLang="en-US" sz="1000" dirty="0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1E884C0E-C6A3-B343-FB9B-05746BBC4061}"/>
              </a:ext>
            </a:extLst>
          </p:cNvPr>
          <p:cNvSpPr/>
          <p:nvPr/>
        </p:nvSpPr>
        <p:spPr>
          <a:xfrm>
            <a:off x="1390650" y="5875020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like</a:t>
            </a:r>
            <a:endParaRPr lang="ko-KR" altLang="en-US" sz="1000" dirty="0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9AA41F11-6D5A-815D-3B9D-61493E8457F5}"/>
              </a:ext>
            </a:extLst>
          </p:cNvPr>
          <p:cNvSpPr/>
          <p:nvPr/>
        </p:nvSpPr>
        <p:spPr>
          <a:xfrm>
            <a:off x="1803401" y="6256020"/>
            <a:ext cx="400049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4x16</a:t>
            </a:r>
            <a:endParaRPr lang="ko-KR" altLang="en-US" sz="800" dirty="0"/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C29A01D6-EBE5-47E9-EB96-5DA0030307F9}"/>
              </a:ext>
            </a:extLst>
          </p:cNvPr>
          <p:cNvCxnSpPr>
            <a:cxnSpLocks/>
          </p:cNvCxnSpPr>
          <p:nvPr/>
        </p:nvCxnSpPr>
        <p:spPr>
          <a:xfrm flipV="1">
            <a:off x="1590675" y="5627370"/>
            <a:ext cx="0" cy="2476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5" name="Rectangle 144">
            <a:extLst>
              <a:ext uri="{FF2B5EF4-FFF2-40B4-BE49-F238E27FC236}">
                <a16:creationId xmlns:a16="http://schemas.microsoft.com/office/drawing/2014/main" id="{9C202275-683C-32FC-7A5F-FB28DACBF8A7}"/>
              </a:ext>
            </a:extLst>
          </p:cNvPr>
          <p:cNvSpPr/>
          <p:nvPr/>
        </p:nvSpPr>
        <p:spPr>
          <a:xfrm>
            <a:off x="871854" y="3584260"/>
            <a:ext cx="5757546" cy="20450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9FD4914B-8A99-1C53-F5A4-A3ECFC6574D8}"/>
              </a:ext>
            </a:extLst>
          </p:cNvPr>
          <p:cNvSpPr/>
          <p:nvPr/>
        </p:nvSpPr>
        <p:spPr>
          <a:xfrm>
            <a:off x="471805" y="4981575"/>
            <a:ext cx="400050" cy="37465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Q</a:t>
            </a:r>
            <a:endParaRPr lang="ko-KR" altLang="en-US" sz="1000" dirty="0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06C91D92-5F27-21C5-1AF7-7150E8C79979}"/>
              </a:ext>
            </a:extLst>
          </p:cNvPr>
          <p:cNvSpPr/>
          <p:nvPr/>
        </p:nvSpPr>
        <p:spPr>
          <a:xfrm>
            <a:off x="471805" y="4359275"/>
            <a:ext cx="400050" cy="37465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K</a:t>
            </a:r>
            <a:endParaRPr lang="ko-KR" altLang="en-US" sz="1000" dirty="0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8F152C19-43ED-7740-2DC2-B290957BCCB2}"/>
              </a:ext>
            </a:extLst>
          </p:cNvPr>
          <p:cNvSpPr/>
          <p:nvPr/>
        </p:nvSpPr>
        <p:spPr>
          <a:xfrm>
            <a:off x="471805" y="3736975"/>
            <a:ext cx="400050" cy="37465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V</a:t>
            </a:r>
            <a:endParaRPr lang="ko-KR" altLang="en-US" sz="1000" dirty="0"/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416D2175-8C13-C622-5F11-82DBC28F8A30}"/>
              </a:ext>
            </a:extLst>
          </p:cNvPr>
          <p:cNvCxnSpPr>
            <a:cxnSpLocks/>
          </p:cNvCxnSpPr>
          <p:nvPr/>
        </p:nvCxnSpPr>
        <p:spPr>
          <a:xfrm flipV="1">
            <a:off x="881372" y="5168900"/>
            <a:ext cx="200025" cy="31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E1606A5C-29F2-8348-AFA3-CAD0D917B2F7}"/>
              </a:ext>
            </a:extLst>
          </p:cNvPr>
          <p:cNvCxnSpPr>
            <a:cxnSpLocks/>
          </p:cNvCxnSpPr>
          <p:nvPr/>
        </p:nvCxnSpPr>
        <p:spPr>
          <a:xfrm>
            <a:off x="2692042" y="5148260"/>
            <a:ext cx="26193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1" name="Rectangle 150">
            <a:extLst>
              <a:ext uri="{FF2B5EF4-FFF2-40B4-BE49-F238E27FC236}">
                <a16:creationId xmlns:a16="http://schemas.microsoft.com/office/drawing/2014/main" id="{5FCFBEC9-F720-51E8-0D1F-3204D93B4049}"/>
              </a:ext>
            </a:extLst>
          </p:cNvPr>
          <p:cNvSpPr/>
          <p:nvPr/>
        </p:nvSpPr>
        <p:spPr>
          <a:xfrm>
            <a:off x="3349951" y="498157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Q</a:t>
            </a:r>
          </a:p>
          <a:p>
            <a:pPr algn="ctr"/>
            <a:r>
              <a:rPr lang="en-US" altLang="ko-KR" sz="1000" dirty="0"/>
              <a:t>I</a:t>
            </a:r>
            <a:endParaRPr lang="ko-KR" altLang="en-US" sz="1000" dirty="0"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58F3F291-CBD6-9093-27EC-E114DF9A382E}"/>
              </a:ext>
            </a:extLst>
          </p:cNvPr>
          <p:cNvSpPr/>
          <p:nvPr/>
        </p:nvSpPr>
        <p:spPr>
          <a:xfrm>
            <a:off x="4150051" y="498157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Q</a:t>
            </a:r>
          </a:p>
          <a:p>
            <a:pPr algn="ctr"/>
            <a:r>
              <a:rPr lang="en-US" altLang="ko-KR" sz="1000" dirty="0"/>
              <a:t>you</a:t>
            </a:r>
            <a:endParaRPr lang="ko-KR" altLang="en-US" sz="1000" dirty="0"/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722A3E3D-9EF9-2009-2139-AC4BFCAC9534}"/>
              </a:ext>
            </a:extLst>
          </p:cNvPr>
          <p:cNvSpPr/>
          <p:nvPr/>
        </p:nvSpPr>
        <p:spPr>
          <a:xfrm>
            <a:off x="3750001" y="498157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Q</a:t>
            </a:r>
          </a:p>
          <a:p>
            <a:pPr algn="ctr"/>
            <a:r>
              <a:rPr lang="en-US" altLang="ko-KR" sz="1000" dirty="0"/>
              <a:t>like</a:t>
            </a:r>
            <a:endParaRPr lang="ko-KR" altLang="en-US" sz="1000" dirty="0"/>
          </a:p>
        </p:txBody>
      </p: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00C23C2F-F332-815C-109B-A920E4BF5766}"/>
              </a:ext>
            </a:extLst>
          </p:cNvPr>
          <p:cNvCxnSpPr>
            <a:cxnSpLocks/>
          </p:cNvCxnSpPr>
          <p:nvPr/>
        </p:nvCxnSpPr>
        <p:spPr>
          <a:xfrm flipV="1">
            <a:off x="881372" y="4537075"/>
            <a:ext cx="200025" cy="31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5" name="Straight Arrow Connector 154">
            <a:extLst>
              <a:ext uri="{FF2B5EF4-FFF2-40B4-BE49-F238E27FC236}">
                <a16:creationId xmlns:a16="http://schemas.microsoft.com/office/drawing/2014/main" id="{34C55340-DDE2-952C-7864-DE201001283B}"/>
              </a:ext>
            </a:extLst>
          </p:cNvPr>
          <p:cNvCxnSpPr>
            <a:cxnSpLocks/>
          </p:cNvCxnSpPr>
          <p:nvPr/>
        </p:nvCxnSpPr>
        <p:spPr>
          <a:xfrm>
            <a:off x="2703117" y="4549773"/>
            <a:ext cx="26193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6" name="Rectangle 155">
            <a:extLst>
              <a:ext uri="{FF2B5EF4-FFF2-40B4-BE49-F238E27FC236}">
                <a16:creationId xmlns:a16="http://schemas.microsoft.com/office/drawing/2014/main" id="{F3CFE5EF-2D1D-AB91-0442-1AD9E6EBE5C0}"/>
              </a:ext>
            </a:extLst>
          </p:cNvPr>
          <p:cNvSpPr/>
          <p:nvPr/>
        </p:nvSpPr>
        <p:spPr>
          <a:xfrm>
            <a:off x="3349951" y="4349750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K</a:t>
            </a:r>
          </a:p>
          <a:p>
            <a:pPr algn="ctr"/>
            <a:r>
              <a:rPr lang="en-US" altLang="ko-KR" sz="1000" dirty="0"/>
              <a:t>I</a:t>
            </a:r>
            <a:endParaRPr lang="ko-KR" altLang="en-US" sz="1000" dirty="0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2A330215-F175-2CA4-3664-99E7728652F1}"/>
              </a:ext>
            </a:extLst>
          </p:cNvPr>
          <p:cNvSpPr/>
          <p:nvPr/>
        </p:nvSpPr>
        <p:spPr>
          <a:xfrm>
            <a:off x="4150051" y="4349750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K</a:t>
            </a:r>
          </a:p>
          <a:p>
            <a:pPr algn="ctr"/>
            <a:r>
              <a:rPr lang="en-US" altLang="ko-KR" sz="1000" dirty="0"/>
              <a:t>you</a:t>
            </a:r>
            <a:endParaRPr lang="ko-KR" altLang="en-US" sz="1000" dirty="0"/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FC9D5B73-B2FC-923A-D399-348698DEAEFE}"/>
              </a:ext>
            </a:extLst>
          </p:cNvPr>
          <p:cNvSpPr/>
          <p:nvPr/>
        </p:nvSpPr>
        <p:spPr>
          <a:xfrm>
            <a:off x="3750001" y="4349750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K</a:t>
            </a:r>
          </a:p>
          <a:p>
            <a:pPr algn="ctr"/>
            <a:r>
              <a:rPr lang="en-US" altLang="ko-KR" sz="1000" dirty="0"/>
              <a:t>like</a:t>
            </a:r>
            <a:endParaRPr lang="ko-KR" altLang="en-US" sz="1000" dirty="0"/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091558FF-9BF3-00E6-8C4A-77BE90E22211}"/>
              </a:ext>
            </a:extLst>
          </p:cNvPr>
          <p:cNvSpPr/>
          <p:nvPr/>
        </p:nvSpPr>
        <p:spPr>
          <a:xfrm>
            <a:off x="456900" y="5353050"/>
            <a:ext cx="414955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16x4</a:t>
            </a:r>
            <a:endParaRPr lang="ko-KR" altLang="en-US" sz="800" dirty="0"/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92C18C75-55C8-E6D6-23AD-B036BBA4F02E}"/>
              </a:ext>
            </a:extLst>
          </p:cNvPr>
          <p:cNvSpPr/>
          <p:nvPr/>
        </p:nvSpPr>
        <p:spPr>
          <a:xfrm>
            <a:off x="456900" y="4740275"/>
            <a:ext cx="414955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16x4</a:t>
            </a:r>
            <a:endParaRPr lang="ko-KR" altLang="en-US" sz="800" dirty="0"/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D3EE204C-B816-C5D5-120C-393CB9D3DB92}"/>
              </a:ext>
            </a:extLst>
          </p:cNvPr>
          <p:cNvSpPr/>
          <p:nvPr/>
        </p:nvSpPr>
        <p:spPr>
          <a:xfrm>
            <a:off x="456899" y="4117975"/>
            <a:ext cx="414955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16x4</a:t>
            </a:r>
            <a:endParaRPr lang="ko-KR" altLang="en-US" sz="800" dirty="0"/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A5BA921F-DC0D-4810-FEE7-163EC8B03C30}"/>
              </a:ext>
            </a:extLst>
          </p:cNvPr>
          <p:cNvSpPr/>
          <p:nvPr/>
        </p:nvSpPr>
        <p:spPr>
          <a:xfrm>
            <a:off x="4207200" y="5353050"/>
            <a:ext cx="352425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3x4</a:t>
            </a:r>
            <a:endParaRPr lang="ko-KR" altLang="en-US" sz="800" dirty="0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CEDD3133-AA54-D97A-B0AC-59948D779268}"/>
              </a:ext>
            </a:extLst>
          </p:cNvPr>
          <p:cNvSpPr/>
          <p:nvPr/>
        </p:nvSpPr>
        <p:spPr>
          <a:xfrm>
            <a:off x="4204026" y="4727575"/>
            <a:ext cx="352425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3x4</a:t>
            </a:r>
            <a:endParaRPr lang="ko-KR" altLang="en-US" sz="800" dirty="0"/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D98C93EC-268D-F6BE-CF1F-7A686E79BB2F}"/>
              </a:ext>
            </a:extLst>
          </p:cNvPr>
          <p:cNvCxnSpPr>
            <a:cxnSpLocks/>
          </p:cNvCxnSpPr>
          <p:nvPr/>
        </p:nvCxnSpPr>
        <p:spPr>
          <a:xfrm>
            <a:off x="4562801" y="4537075"/>
            <a:ext cx="446088" cy="3111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5" name="Straight Arrow Connector 164">
            <a:extLst>
              <a:ext uri="{FF2B5EF4-FFF2-40B4-BE49-F238E27FC236}">
                <a16:creationId xmlns:a16="http://schemas.microsoft.com/office/drawing/2014/main" id="{41AD46F2-9713-ADD5-B264-F62EFF916534}"/>
              </a:ext>
            </a:extLst>
          </p:cNvPr>
          <p:cNvCxnSpPr>
            <a:cxnSpLocks/>
          </p:cNvCxnSpPr>
          <p:nvPr/>
        </p:nvCxnSpPr>
        <p:spPr>
          <a:xfrm flipV="1">
            <a:off x="4556451" y="4848225"/>
            <a:ext cx="452438" cy="3206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6" name="Rectangle 165">
            <a:extLst>
              <a:ext uri="{FF2B5EF4-FFF2-40B4-BE49-F238E27FC236}">
                <a16:creationId xmlns:a16="http://schemas.microsoft.com/office/drawing/2014/main" id="{947D1CC7-1342-A85C-B0D7-12B4F200A611}"/>
              </a:ext>
            </a:extLst>
          </p:cNvPr>
          <p:cNvSpPr/>
          <p:nvPr/>
        </p:nvSpPr>
        <p:spPr>
          <a:xfrm>
            <a:off x="4890851" y="4013185"/>
            <a:ext cx="352425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4x4</a:t>
            </a:r>
            <a:endParaRPr lang="ko-KR" altLang="en-US" sz="800" dirty="0"/>
          </a:p>
        </p:txBody>
      </p:sp>
      <p:sp>
        <p:nvSpPr>
          <p:cNvPr id="167" name="Rectangle 166">
            <a:extLst>
              <a:ext uri="{FF2B5EF4-FFF2-40B4-BE49-F238E27FC236}">
                <a16:creationId xmlns:a16="http://schemas.microsoft.com/office/drawing/2014/main" id="{5035C418-3EEF-1DF7-87AC-273193C861E1}"/>
              </a:ext>
            </a:extLst>
          </p:cNvPr>
          <p:cNvSpPr/>
          <p:nvPr/>
        </p:nvSpPr>
        <p:spPr>
          <a:xfrm>
            <a:off x="5564980" y="4022710"/>
            <a:ext cx="315912" cy="1809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/>
              <a:t>I</a:t>
            </a:r>
            <a:endParaRPr lang="ko-KR" altLang="en-US" sz="600" dirty="0"/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9BEC6246-2AEB-2CD8-3A96-461DBB3C50F0}"/>
              </a:ext>
            </a:extLst>
          </p:cNvPr>
          <p:cNvSpPr/>
          <p:nvPr/>
        </p:nvSpPr>
        <p:spPr>
          <a:xfrm>
            <a:off x="6187280" y="4022710"/>
            <a:ext cx="315912" cy="1809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/>
              <a:t>you</a:t>
            </a:r>
            <a:endParaRPr lang="ko-KR" altLang="en-US" sz="600" dirty="0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2CF72B22-2BD3-503F-68DE-9CF2575EC0F9}"/>
              </a:ext>
            </a:extLst>
          </p:cNvPr>
          <p:cNvSpPr/>
          <p:nvPr/>
        </p:nvSpPr>
        <p:spPr>
          <a:xfrm>
            <a:off x="5876130" y="4022710"/>
            <a:ext cx="315912" cy="1809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/>
              <a:t>like</a:t>
            </a:r>
            <a:endParaRPr lang="ko-KR" altLang="en-US" sz="600" dirty="0"/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9A4B9B2B-D168-6B1B-10B0-21B3168EC00D}"/>
              </a:ext>
            </a:extLst>
          </p:cNvPr>
          <p:cNvSpPr/>
          <p:nvPr/>
        </p:nvSpPr>
        <p:spPr>
          <a:xfrm rot="16200000">
            <a:off x="5004920" y="4595017"/>
            <a:ext cx="315912" cy="1809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/>
              <a:t>I</a:t>
            </a:r>
            <a:endParaRPr lang="ko-KR" altLang="en-US" sz="600" dirty="0"/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1E1B927E-094C-0193-03A4-240A9FD21BC6}"/>
              </a:ext>
            </a:extLst>
          </p:cNvPr>
          <p:cNvSpPr/>
          <p:nvPr/>
        </p:nvSpPr>
        <p:spPr>
          <a:xfrm rot="16200000">
            <a:off x="5004921" y="5221287"/>
            <a:ext cx="315912" cy="1809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/>
              <a:t>you</a:t>
            </a:r>
            <a:endParaRPr lang="ko-KR" altLang="en-US" sz="600" dirty="0"/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2F9BEFAE-015E-D158-4402-002245A030B9}"/>
              </a:ext>
            </a:extLst>
          </p:cNvPr>
          <p:cNvSpPr/>
          <p:nvPr/>
        </p:nvSpPr>
        <p:spPr>
          <a:xfrm rot="16200000">
            <a:off x="5004921" y="4912516"/>
            <a:ext cx="315912" cy="1809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/>
              <a:t>like</a:t>
            </a:r>
            <a:endParaRPr lang="ko-KR" altLang="en-US" sz="600" dirty="0"/>
          </a:p>
        </p:txBody>
      </p:sp>
      <p:cxnSp>
        <p:nvCxnSpPr>
          <p:cNvPr id="173" name="Straight Arrow Connector 172">
            <a:extLst>
              <a:ext uri="{FF2B5EF4-FFF2-40B4-BE49-F238E27FC236}">
                <a16:creationId xmlns:a16="http://schemas.microsoft.com/office/drawing/2014/main" id="{E1EB26DF-A404-0315-D0C4-C8A7460429F0}"/>
              </a:ext>
            </a:extLst>
          </p:cNvPr>
          <p:cNvCxnSpPr>
            <a:cxnSpLocks/>
          </p:cNvCxnSpPr>
          <p:nvPr/>
        </p:nvCxnSpPr>
        <p:spPr>
          <a:xfrm flipH="1" flipV="1">
            <a:off x="5754342" y="3338515"/>
            <a:ext cx="12410" cy="6841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4" name="Straight Arrow Connector 173">
            <a:extLst>
              <a:ext uri="{FF2B5EF4-FFF2-40B4-BE49-F238E27FC236}">
                <a16:creationId xmlns:a16="http://schemas.microsoft.com/office/drawing/2014/main" id="{5137DF27-D0F8-EEA2-3B32-7BE5C5B6858A}"/>
              </a:ext>
            </a:extLst>
          </p:cNvPr>
          <p:cNvCxnSpPr>
            <a:cxnSpLocks/>
          </p:cNvCxnSpPr>
          <p:nvPr/>
        </p:nvCxnSpPr>
        <p:spPr>
          <a:xfrm flipV="1">
            <a:off x="887722" y="3930650"/>
            <a:ext cx="200025" cy="31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5" name="Straight Arrow Connector 174">
            <a:extLst>
              <a:ext uri="{FF2B5EF4-FFF2-40B4-BE49-F238E27FC236}">
                <a16:creationId xmlns:a16="http://schemas.microsoft.com/office/drawing/2014/main" id="{1C4554B4-358F-ABB9-8AE0-8F1C76D0210D}"/>
              </a:ext>
            </a:extLst>
          </p:cNvPr>
          <p:cNvCxnSpPr>
            <a:cxnSpLocks/>
          </p:cNvCxnSpPr>
          <p:nvPr/>
        </p:nvCxnSpPr>
        <p:spPr>
          <a:xfrm>
            <a:off x="2705178" y="3922710"/>
            <a:ext cx="26193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6" name="Rectangle 175">
            <a:extLst>
              <a:ext uri="{FF2B5EF4-FFF2-40B4-BE49-F238E27FC236}">
                <a16:creationId xmlns:a16="http://schemas.microsoft.com/office/drawing/2014/main" id="{B1D2CDBB-8B00-DF1C-3E2B-CE46353AC136}"/>
              </a:ext>
            </a:extLst>
          </p:cNvPr>
          <p:cNvSpPr/>
          <p:nvPr/>
        </p:nvSpPr>
        <p:spPr>
          <a:xfrm>
            <a:off x="3368997" y="374332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V</a:t>
            </a:r>
          </a:p>
          <a:p>
            <a:pPr algn="ctr"/>
            <a:r>
              <a:rPr lang="en-US" altLang="ko-KR" sz="1000" dirty="0"/>
              <a:t>I</a:t>
            </a:r>
            <a:endParaRPr lang="ko-KR" altLang="en-US" sz="1000" dirty="0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03304A73-BDC0-4097-4D87-5C54219A7EF1}"/>
              </a:ext>
            </a:extLst>
          </p:cNvPr>
          <p:cNvSpPr/>
          <p:nvPr/>
        </p:nvSpPr>
        <p:spPr>
          <a:xfrm>
            <a:off x="4169097" y="374332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V</a:t>
            </a:r>
          </a:p>
          <a:p>
            <a:pPr algn="ctr"/>
            <a:r>
              <a:rPr lang="en-US" altLang="ko-KR" sz="1000" dirty="0"/>
              <a:t>you</a:t>
            </a:r>
            <a:endParaRPr lang="ko-KR" altLang="en-US" sz="1000" dirty="0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B3BD56C9-AEEE-F39C-A7C7-87A9DB053773}"/>
              </a:ext>
            </a:extLst>
          </p:cNvPr>
          <p:cNvSpPr/>
          <p:nvPr/>
        </p:nvSpPr>
        <p:spPr>
          <a:xfrm>
            <a:off x="3769047" y="374332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V</a:t>
            </a:r>
          </a:p>
          <a:p>
            <a:pPr algn="ctr"/>
            <a:r>
              <a:rPr lang="en-US" altLang="ko-KR" sz="1000" dirty="0"/>
              <a:t>like</a:t>
            </a:r>
            <a:endParaRPr lang="ko-KR" altLang="en-US" sz="1000" dirty="0"/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87083B7D-4295-768C-C622-13E6AB827C98}"/>
              </a:ext>
            </a:extLst>
          </p:cNvPr>
          <p:cNvSpPr/>
          <p:nvPr/>
        </p:nvSpPr>
        <p:spPr>
          <a:xfrm>
            <a:off x="4216722" y="4124325"/>
            <a:ext cx="352425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4x4</a:t>
            </a:r>
            <a:endParaRPr lang="ko-KR" altLang="en-US" sz="800" dirty="0"/>
          </a:p>
        </p:txBody>
      </p: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2F8BE267-53FA-E1CD-E1C8-8AACB7E8000B}"/>
              </a:ext>
            </a:extLst>
          </p:cNvPr>
          <p:cNvCxnSpPr>
            <a:cxnSpLocks/>
          </p:cNvCxnSpPr>
          <p:nvPr/>
        </p:nvCxnSpPr>
        <p:spPr>
          <a:xfrm>
            <a:off x="4579897" y="3895720"/>
            <a:ext cx="117623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A752CF78-DD34-89D4-CBED-D53BC426B9BC}"/>
              </a:ext>
            </a:extLst>
          </p:cNvPr>
          <p:cNvSpPr txBox="1"/>
          <p:nvPr/>
        </p:nvSpPr>
        <p:spPr>
          <a:xfrm>
            <a:off x="2279272" y="6256020"/>
            <a:ext cx="543739" cy="261610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altLang="ko-KR" sz="1100" b="1" dirty="0">
                <a:solidFill>
                  <a:schemeClr val="bg1"/>
                </a:solidFill>
              </a:rPr>
              <a:t>Input</a:t>
            </a:r>
            <a:endParaRPr lang="ko-KR" altLang="en-US" sz="1100" b="1" dirty="0">
              <a:solidFill>
                <a:schemeClr val="bg1"/>
              </a:solidFill>
            </a:endParaRPr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397EBC5E-F293-E163-2453-F13B3E1B448B}"/>
              </a:ext>
            </a:extLst>
          </p:cNvPr>
          <p:cNvCxnSpPr>
            <a:cxnSpLocks/>
          </p:cNvCxnSpPr>
          <p:nvPr/>
        </p:nvCxnSpPr>
        <p:spPr>
          <a:xfrm flipH="1">
            <a:off x="1590675" y="5751195"/>
            <a:ext cx="10864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3" name="Rectangle 182">
            <a:extLst>
              <a:ext uri="{FF2B5EF4-FFF2-40B4-BE49-F238E27FC236}">
                <a16:creationId xmlns:a16="http://schemas.microsoft.com/office/drawing/2014/main" id="{CF91D636-549F-FFC5-4410-8EC6E931BBC3}"/>
              </a:ext>
            </a:extLst>
          </p:cNvPr>
          <p:cNvSpPr/>
          <p:nvPr/>
        </p:nvSpPr>
        <p:spPr>
          <a:xfrm>
            <a:off x="2665055" y="5682298"/>
            <a:ext cx="315912" cy="1809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/>
              <a:t>1</a:t>
            </a:r>
            <a:endParaRPr lang="ko-KR" altLang="en-US" sz="600" dirty="0"/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C8C32A54-B43E-E680-3549-9716BAE85FFB}"/>
              </a:ext>
            </a:extLst>
          </p:cNvPr>
          <p:cNvSpPr/>
          <p:nvPr/>
        </p:nvSpPr>
        <p:spPr>
          <a:xfrm>
            <a:off x="3287355" y="5682298"/>
            <a:ext cx="315912" cy="1809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/>
              <a:t>3</a:t>
            </a:r>
            <a:endParaRPr lang="ko-KR" altLang="en-US" sz="600" dirty="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7815997F-3C1C-3E82-3AE9-0EB116E339F2}"/>
              </a:ext>
            </a:extLst>
          </p:cNvPr>
          <p:cNvSpPr/>
          <p:nvPr/>
        </p:nvSpPr>
        <p:spPr>
          <a:xfrm>
            <a:off x="2976205" y="5682298"/>
            <a:ext cx="315912" cy="1809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/>
              <a:t>2</a:t>
            </a:r>
            <a:endParaRPr lang="ko-KR" altLang="en-US" sz="600" dirty="0"/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FD963535-9267-1537-33FC-8952AEFA36E0}"/>
              </a:ext>
            </a:extLst>
          </p:cNvPr>
          <p:cNvSpPr/>
          <p:nvPr/>
        </p:nvSpPr>
        <p:spPr>
          <a:xfrm>
            <a:off x="3518374" y="5871845"/>
            <a:ext cx="401598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4x16</a:t>
            </a:r>
            <a:endParaRPr lang="ko-KR" altLang="en-US" sz="800" dirty="0"/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19D05502-1278-2F72-F842-E4C323867B47}"/>
              </a:ext>
            </a:extLst>
          </p:cNvPr>
          <p:cNvSpPr txBox="1"/>
          <p:nvPr/>
        </p:nvSpPr>
        <p:spPr>
          <a:xfrm>
            <a:off x="3960336" y="5787394"/>
            <a:ext cx="1516762" cy="261610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altLang="ko-KR" sz="1100" b="1" dirty="0">
                <a:solidFill>
                  <a:schemeClr val="bg1"/>
                </a:solidFill>
              </a:rPr>
              <a:t>Positional Encoding</a:t>
            </a:r>
            <a:endParaRPr lang="ko-KR" altLang="en-US" sz="1100" b="1" dirty="0">
              <a:solidFill>
                <a:schemeClr val="bg1"/>
              </a:solidFill>
            </a:endParaRP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431015A9-5619-7D89-09DD-CA73686EAA79}"/>
              </a:ext>
            </a:extLst>
          </p:cNvPr>
          <p:cNvSpPr/>
          <p:nvPr/>
        </p:nvSpPr>
        <p:spPr>
          <a:xfrm>
            <a:off x="587653" y="5875020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/>
              <a:t>[BOS]</a:t>
            </a:r>
            <a:endParaRPr lang="ko-KR" altLang="en-US" sz="700" b="1" dirty="0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C9E4F206-F286-FDA3-2BD9-FDA82618BCC3}"/>
              </a:ext>
            </a:extLst>
          </p:cNvPr>
          <p:cNvSpPr/>
          <p:nvPr/>
        </p:nvSpPr>
        <p:spPr>
          <a:xfrm>
            <a:off x="3598505" y="5682298"/>
            <a:ext cx="315912" cy="1809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/>
              <a:t>4</a:t>
            </a:r>
            <a:endParaRPr lang="ko-KR" altLang="en-US" sz="600" dirty="0"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4DACDB6F-A5B3-1446-2742-E1306444C90C}"/>
              </a:ext>
            </a:extLst>
          </p:cNvPr>
          <p:cNvSpPr/>
          <p:nvPr/>
        </p:nvSpPr>
        <p:spPr>
          <a:xfrm>
            <a:off x="1492598" y="374205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I</a:t>
            </a:r>
            <a:endParaRPr lang="ko-KR" altLang="en-US" sz="1000" dirty="0"/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5498679D-047E-BFA9-4294-9A018D19AB13}"/>
              </a:ext>
            </a:extLst>
          </p:cNvPr>
          <p:cNvSpPr/>
          <p:nvPr/>
        </p:nvSpPr>
        <p:spPr>
          <a:xfrm>
            <a:off x="2292698" y="374205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you</a:t>
            </a:r>
            <a:endParaRPr lang="ko-KR" altLang="en-US" sz="1000" dirty="0"/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F900A774-88C9-4DBF-A33D-AC6F538BB19B}"/>
              </a:ext>
            </a:extLst>
          </p:cNvPr>
          <p:cNvSpPr/>
          <p:nvPr/>
        </p:nvSpPr>
        <p:spPr>
          <a:xfrm>
            <a:off x="1892648" y="374205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like</a:t>
            </a:r>
            <a:endParaRPr lang="ko-KR" altLang="en-US" sz="1000" dirty="0"/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80E44F9D-EB45-5F73-AF5E-9EF42819041B}"/>
              </a:ext>
            </a:extLst>
          </p:cNvPr>
          <p:cNvSpPr/>
          <p:nvPr/>
        </p:nvSpPr>
        <p:spPr>
          <a:xfrm>
            <a:off x="1089651" y="374205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/>
              <a:t>[BOS]</a:t>
            </a:r>
            <a:endParaRPr lang="ko-KR" altLang="en-US" sz="700" b="1" dirty="0"/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223CCA10-2834-D763-FC5A-CE29F087C993}"/>
              </a:ext>
            </a:extLst>
          </p:cNvPr>
          <p:cNvSpPr/>
          <p:nvPr/>
        </p:nvSpPr>
        <p:spPr>
          <a:xfrm>
            <a:off x="1500250" y="4356729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I</a:t>
            </a:r>
            <a:endParaRPr lang="ko-KR" altLang="en-US" sz="1000" dirty="0"/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AC74AFC5-9981-F603-A146-4FA187340DB2}"/>
              </a:ext>
            </a:extLst>
          </p:cNvPr>
          <p:cNvSpPr/>
          <p:nvPr/>
        </p:nvSpPr>
        <p:spPr>
          <a:xfrm>
            <a:off x="2300350" y="4356729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you</a:t>
            </a:r>
            <a:endParaRPr lang="ko-KR" altLang="en-US" sz="1000" dirty="0"/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3C68014C-130E-025D-91DE-F2D7F7EDCDEB}"/>
              </a:ext>
            </a:extLst>
          </p:cNvPr>
          <p:cNvSpPr/>
          <p:nvPr/>
        </p:nvSpPr>
        <p:spPr>
          <a:xfrm>
            <a:off x="1900300" y="4356729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like</a:t>
            </a:r>
            <a:endParaRPr lang="ko-KR" altLang="en-US" sz="1000" dirty="0"/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3994D0D0-798A-0047-96AF-62108F10CD67}"/>
              </a:ext>
            </a:extLst>
          </p:cNvPr>
          <p:cNvSpPr/>
          <p:nvPr/>
        </p:nvSpPr>
        <p:spPr>
          <a:xfrm>
            <a:off x="1097303" y="4356729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/>
              <a:t>[BOS]</a:t>
            </a:r>
            <a:endParaRPr lang="ko-KR" altLang="en-US" sz="700" b="1" dirty="0"/>
          </a:p>
        </p:txBody>
      </p:sp>
      <p:sp>
        <p:nvSpPr>
          <p:cNvPr id="261" name="Rectangle 260">
            <a:extLst>
              <a:ext uri="{FF2B5EF4-FFF2-40B4-BE49-F238E27FC236}">
                <a16:creationId xmlns:a16="http://schemas.microsoft.com/office/drawing/2014/main" id="{29B0F693-E137-8EF0-FA21-27187EAABFE9}"/>
              </a:ext>
            </a:extLst>
          </p:cNvPr>
          <p:cNvSpPr/>
          <p:nvPr/>
        </p:nvSpPr>
        <p:spPr>
          <a:xfrm>
            <a:off x="1500250" y="4960658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I</a:t>
            </a:r>
            <a:endParaRPr lang="ko-KR" altLang="en-US" sz="1000" dirty="0"/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448D1CB0-BCE8-F722-85D5-C6A8161A8364}"/>
              </a:ext>
            </a:extLst>
          </p:cNvPr>
          <p:cNvSpPr/>
          <p:nvPr/>
        </p:nvSpPr>
        <p:spPr>
          <a:xfrm>
            <a:off x="2300350" y="4960658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you</a:t>
            </a:r>
            <a:endParaRPr lang="ko-KR" altLang="en-US" sz="1000" dirty="0"/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6A68742D-77AC-C54A-A079-6603014AFB7B}"/>
              </a:ext>
            </a:extLst>
          </p:cNvPr>
          <p:cNvSpPr/>
          <p:nvPr/>
        </p:nvSpPr>
        <p:spPr>
          <a:xfrm>
            <a:off x="1900300" y="4960658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like</a:t>
            </a:r>
            <a:endParaRPr lang="ko-KR" altLang="en-US" sz="1000" dirty="0"/>
          </a:p>
        </p:txBody>
      </p:sp>
      <p:sp>
        <p:nvSpPr>
          <p:cNvPr id="264" name="Rectangle 263">
            <a:extLst>
              <a:ext uri="{FF2B5EF4-FFF2-40B4-BE49-F238E27FC236}">
                <a16:creationId xmlns:a16="http://schemas.microsoft.com/office/drawing/2014/main" id="{11370A6A-5D88-113C-98FC-49FA832F4309}"/>
              </a:ext>
            </a:extLst>
          </p:cNvPr>
          <p:cNvSpPr/>
          <p:nvPr/>
        </p:nvSpPr>
        <p:spPr>
          <a:xfrm>
            <a:off x="1097303" y="4960658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/>
              <a:t>[BOS]</a:t>
            </a:r>
            <a:endParaRPr lang="ko-KR" altLang="en-US" sz="700" b="1" dirty="0"/>
          </a:p>
        </p:txBody>
      </p:sp>
      <p:sp>
        <p:nvSpPr>
          <p:cNvPr id="275" name="Rectangle 274">
            <a:extLst>
              <a:ext uri="{FF2B5EF4-FFF2-40B4-BE49-F238E27FC236}">
                <a16:creationId xmlns:a16="http://schemas.microsoft.com/office/drawing/2014/main" id="{6F40CDEB-9989-AD3C-FCC4-4C90AB834AAC}"/>
              </a:ext>
            </a:extLst>
          </p:cNvPr>
          <p:cNvSpPr/>
          <p:nvPr/>
        </p:nvSpPr>
        <p:spPr>
          <a:xfrm>
            <a:off x="2964178" y="3741738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V</a:t>
            </a:r>
          </a:p>
          <a:p>
            <a:pPr algn="ctr"/>
            <a:r>
              <a:rPr lang="en-US" altLang="ko-KR" sz="700" b="1" dirty="0"/>
              <a:t>[BOS]</a:t>
            </a:r>
            <a:endParaRPr lang="ko-KR" altLang="en-US" sz="700" b="1" dirty="0"/>
          </a:p>
        </p:txBody>
      </p:sp>
      <p:sp>
        <p:nvSpPr>
          <p:cNvPr id="276" name="Rectangle 275">
            <a:extLst>
              <a:ext uri="{FF2B5EF4-FFF2-40B4-BE49-F238E27FC236}">
                <a16:creationId xmlns:a16="http://schemas.microsoft.com/office/drawing/2014/main" id="{6153599F-92E8-9F07-EEC6-68C834583055}"/>
              </a:ext>
            </a:extLst>
          </p:cNvPr>
          <p:cNvSpPr/>
          <p:nvPr/>
        </p:nvSpPr>
        <p:spPr>
          <a:xfrm>
            <a:off x="2961014" y="4349750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K</a:t>
            </a:r>
          </a:p>
          <a:p>
            <a:pPr algn="ctr"/>
            <a:r>
              <a:rPr lang="en-US" altLang="ko-KR" sz="700" b="1" dirty="0"/>
              <a:t>[BOS]</a:t>
            </a:r>
            <a:endParaRPr lang="ko-KR" altLang="en-US" sz="700" b="1" dirty="0"/>
          </a:p>
        </p:txBody>
      </p:sp>
      <p:sp>
        <p:nvSpPr>
          <p:cNvPr id="277" name="Rectangle 276">
            <a:extLst>
              <a:ext uri="{FF2B5EF4-FFF2-40B4-BE49-F238E27FC236}">
                <a16:creationId xmlns:a16="http://schemas.microsoft.com/office/drawing/2014/main" id="{3CB417FB-C7CF-8DC5-355B-854F252BA9A0}"/>
              </a:ext>
            </a:extLst>
          </p:cNvPr>
          <p:cNvSpPr/>
          <p:nvPr/>
        </p:nvSpPr>
        <p:spPr>
          <a:xfrm>
            <a:off x="2950804" y="498157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Q</a:t>
            </a:r>
          </a:p>
          <a:p>
            <a:pPr algn="ctr"/>
            <a:r>
              <a:rPr lang="en-US" altLang="ko-KR" sz="700" b="1" dirty="0"/>
              <a:t>[BOS]</a:t>
            </a:r>
            <a:endParaRPr lang="ko-KR" altLang="en-US" sz="700" b="1" dirty="0"/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5407F63E-6AED-F942-1298-14D5722DB04F}"/>
              </a:ext>
            </a:extLst>
          </p:cNvPr>
          <p:cNvSpPr/>
          <p:nvPr/>
        </p:nvSpPr>
        <p:spPr>
          <a:xfrm rot="16200000">
            <a:off x="5003333" y="4275131"/>
            <a:ext cx="315912" cy="1809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 dirty="0"/>
              <a:t>BOS</a:t>
            </a:r>
            <a:endParaRPr lang="ko-KR" altLang="en-US" sz="500" dirty="0"/>
          </a:p>
        </p:txBody>
      </p:sp>
      <p:sp>
        <p:nvSpPr>
          <p:cNvPr id="285" name="Rectangle 284">
            <a:extLst>
              <a:ext uri="{FF2B5EF4-FFF2-40B4-BE49-F238E27FC236}">
                <a16:creationId xmlns:a16="http://schemas.microsoft.com/office/drawing/2014/main" id="{F13DE6EC-503C-7E32-D292-C4E9D57966B3}"/>
              </a:ext>
            </a:extLst>
          </p:cNvPr>
          <p:cNvSpPr/>
          <p:nvPr/>
        </p:nvSpPr>
        <p:spPr>
          <a:xfrm>
            <a:off x="5250815" y="4022247"/>
            <a:ext cx="315912" cy="1809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 dirty="0"/>
              <a:t>BOS</a:t>
            </a:r>
            <a:endParaRPr lang="ko-KR" altLang="en-US" sz="500" dirty="0"/>
          </a:p>
        </p:txBody>
      </p:sp>
      <p:sp>
        <p:nvSpPr>
          <p:cNvPr id="286" name="Right Triangle 285">
            <a:extLst>
              <a:ext uri="{FF2B5EF4-FFF2-40B4-BE49-F238E27FC236}">
                <a16:creationId xmlns:a16="http://schemas.microsoft.com/office/drawing/2014/main" id="{F8BED5FD-6F47-8E54-D94D-FA52F6F1AA5E}"/>
              </a:ext>
            </a:extLst>
          </p:cNvPr>
          <p:cNvSpPr/>
          <p:nvPr/>
        </p:nvSpPr>
        <p:spPr>
          <a:xfrm rot="10800000">
            <a:off x="5369251" y="4273388"/>
            <a:ext cx="1086486" cy="1006799"/>
          </a:xfrm>
          <a:prstGeom prst="rtTriangle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8" name="Rectangle 287">
            <a:extLst>
              <a:ext uri="{FF2B5EF4-FFF2-40B4-BE49-F238E27FC236}">
                <a16:creationId xmlns:a16="http://schemas.microsoft.com/office/drawing/2014/main" id="{D4AC5A95-BC1C-3E49-D9D8-17A9F740440C}"/>
              </a:ext>
            </a:extLst>
          </p:cNvPr>
          <p:cNvSpPr/>
          <p:nvPr/>
        </p:nvSpPr>
        <p:spPr>
          <a:xfrm>
            <a:off x="5814772" y="4392092"/>
            <a:ext cx="578484" cy="22466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MASK</a:t>
            </a:r>
            <a:endParaRPr lang="ko-KR" altLang="en-US" sz="1000" dirty="0"/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B2BF58AB-5C11-40B1-A287-EE920F197F21}"/>
              </a:ext>
            </a:extLst>
          </p:cNvPr>
          <p:cNvSpPr/>
          <p:nvPr/>
        </p:nvSpPr>
        <p:spPr>
          <a:xfrm>
            <a:off x="5383846" y="295071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I</a:t>
            </a:r>
            <a:endParaRPr lang="ko-KR" altLang="en-US" sz="1000" dirty="0"/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7C07017A-BD2F-78CB-AB18-C60FFB4F931F}"/>
              </a:ext>
            </a:extLst>
          </p:cNvPr>
          <p:cNvSpPr/>
          <p:nvPr/>
        </p:nvSpPr>
        <p:spPr>
          <a:xfrm>
            <a:off x="6183946" y="295071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you</a:t>
            </a:r>
            <a:endParaRPr lang="ko-KR" altLang="en-US" sz="1000" dirty="0"/>
          </a:p>
        </p:txBody>
      </p:sp>
      <p:sp>
        <p:nvSpPr>
          <p:cNvPr id="296" name="Rectangle 295">
            <a:extLst>
              <a:ext uri="{FF2B5EF4-FFF2-40B4-BE49-F238E27FC236}">
                <a16:creationId xmlns:a16="http://schemas.microsoft.com/office/drawing/2014/main" id="{74BED320-8AFA-5CD5-80DF-A801910292E0}"/>
              </a:ext>
            </a:extLst>
          </p:cNvPr>
          <p:cNvSpPr/>
          <p:nvPr/>
        </p:nvSpPr>
        <p:spPr>
          <a:xfrm>
            <a:off x="5783896" y="295071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like</a:t>
            </a:r>
            <a:endParaRPr lang="ko-KR" altLang="en-US" sz="1000" dirty="0"/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89D752F6-94DF-21AD-5C48-643EC6B91601}"/>
              </a:ext>
            </a:extLst>
          </p:cNvPr>
          <p:cNvSpPr/>
          <p:nvPr/>
        </p:nvSpPr>
        <p:spPr>
          <a:xfrm>
            <a:off x="6196647" y="3331715"/>
            <a:ext cx="400049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4x4</a:t>
            </a:r>
            <a:endParaRPr lang="ko-KR" altLang="en-US" sz="800" dirty="0"/>
          </a:p>
        </p:txBody>
      </p:sp>
      <p:sp>
        <p:nvSpPr>
          <p:cNvPr id="306" name="Rectangle 305">
            <a:extLst>
              <a:ext uri="{FF2B5EF4-FFF2-40B4-BE49-F238E27FC236}">
                <a16:creationId xmlns:a16="http://schemas.microsoft.com/office/drawing/2014/main" id="{A96DA8D0-19E8-C46F-E358-D1A423B55F8A}"/>
              </a:ext>
            </a:extLst>
          </p:cNvPr>
          <p:cNvSpPr/>
          <p:nvPr/>
        </p:nvSpPr>
        <p:spPr>
          <a:xfrm>
            <a:off x="4980899" y="295071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/>
              <a:t>[BOS]</a:t>
            </a:r>
            <a:endParaRPr lang="ko-KR" altLang="en-US" sz="700" b="1" dirty="0"/>
          </a:p>
        </p:txBody>
      </p:sp>
      <p:sp>
        <p:nvSpPr>
          <p:cNvPr id="308" name="Rectangle 307">
            <a:extLst>
              <a:ext uri="{FF2B5EF4-FFF2-40B4-BE49-F238E27FC236}">
                <a16:creationId xmlns:a16="http://schemas.microsoft.com/office/drawing/2014/main" id="{581794BD-B0D4-1586-4276-C804F0D9F170}"/>
              </a:ext>
            </a:extLst>
          </p:cNvPr>
          <p:cNvSpPr/>
          <p:nvPr/>
        </p:nvSpPr>
        <p:spPr>
          <a:xfrm>
            <a:off x="5766752" y="2049623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I</a:t>
            </a:r>
            <a:endParaRPr lang="ko-KR" altLang="en-US" sz="1000" dirty="0"/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8E7D0493-AF3A-29FA-89A0-32CD4D850B23}"/>
              </a:ext>
            </a:extLst>
          </p:cNvPr>
          <p:cNvSpPr/>
          <p:nvPr/>
        </p:nvSpPr>
        <p:spPr>
          <a:xfrm>
            <a:off x="6566852" y="2049623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you</a:t>
            </a:r>
            <a:endParaRPr lang="ko-KR" altLang="en-US" sz="1000" dirty="0"/>
          </a:p>
        </p:txBody>
      </p:sp>
      <p:sp>
        <p:nvSpPr>
          <p:cNvPr id="312" name="Rectangle 311">
            <a:extLst>
              <a:ext uri="{FF2B5EF4-FFF2-40B4-BE49-F238E27FC236}">
                <a16:creationId xmlns:a16="http://schemas.microsoft.com/office/drawing/2014/main" id="{77E4BC97-7F1B-D4DD-2A2B-42BAA19C6006}"/>
              </a:ext>
            </a:extLst>
          </p:cNvPr>
          <p:cNvSpPr/>
          <p:nvPr/>
        </p:nvSpPr>
        <p:spPr>
          <a:xfrm>
            <a:off x="6166802" y="2049623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like</a:t>
            </a:r>
            <a:endParaRPr lang="ko-KR" altLang="en-US" sz="1000" dirty="0"/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433A6252-ABE7-E45F-68D3-C92ED4DE037E}"/>
              </a:ext>
            </a:extLst>
          </p:cNvPr>
          <p:cNvSpPr/>
          <p:nvPr/>
        </p:nvSpPr>
        <p:spPr>
          <a:xfrm>
            <a:off x="6579553" y="2430623"/>
            <a:ext cx="400049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4x4</a:t>
            </a:r>
            <a:endParaRPr lang="ko-KR" altLang="en-US" sz="800" dirty="0"/>
          </a:p>
        </p:txBody>
      </p:sp>
      <p:sp>
        <p:nvSpPr>
          <p:cNvPr id="314" name="Rectangle 313">
            <a:extLst>
              <a:ext uri="{FF2B5EF4-FFF2-40B4-BE49-F238E27FC236}">
                <a16:creationId xmlns:a16="http://schemas.microsoft.com/office/drawing/2014/main" id="{A3F03896-748B-BA57-4A10-54D6D9EC8E37}"/>
              </a:ext>
            </a:extLst>
          </p:cNvPr>
          <p:cNvSpPr/>
          <p:nvPr/>
        </p:nvSpPr>
        <p:spPr>
          <a:xfrm>
            <a:off x="5363805" y="2049623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/>
              <a:t>[BOS]</a:t>
            </a:r>
            <a:endParaRPr lang="ko-KR" altLang="en-US" sz="700" b="1" dirty="0"/>
          </a:p>
        </p:txBody>
      </p:sp>
      <p:sp>
        <p:nvSpPr>
          <p:cNvPr id="317" name="Rectangle 316">
            <a:extLst>
              <a:ext uri="{FF2B5EF4-FFF2-40B4-BE49-F238E27FC236}">
                <a16:creationId xmlns:a16="http://schemas.microsoft.com/office/drawing/2014/main" id="{4868A55C-FD79-353E-DAE5-A4E94D4E8E2B}"/>
              </a:ext>
            </a:extLst>
          </p:cNvPr>
          <p:cNvSpPr/>
          <p:nvPr/>
        </p:nvSpPr>
        <p:spPr>
          <a:xfrm>
            <a:off x="1097239" y="1469780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I</a:t>
            </a:r>
            <a:endParaRPr lang="ko-KR" altLang="en-US" sz="1000" dirty="0"/>
          </a:p>
        </p:txBody>
      </p:sp>
      <p:sp>
        <p:nvSpPr>
          <p:cNvPr id="318" name="Rectangle 317">
            <a:extLst>
              <a:ext uri="{FF2B5EF4-FFF2-40B4-BE49-F238E27FC236}">
                <a16:creationId xmlns:a16="http://schemas.microsoft.com/office/drawing/2014/main" id="{CC1E194D-F087-7197-BC9A-ACFE7E4DB329}"/>
              </a:ext>
            </a:extLst>
          </p:cNvPr>
          <p:cNvSpPr/>
          <p:nvPr/>
        </p:nvSpPr>
        <p:spPr>
          <a:xfrm>
            <a:off x="1897339" y="1469780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you</a:t>
            </a:r>
            <a:endParaRPr lang="ko-KR" altLang="en-US" sz="1000" dirty="0"/>
          </a:p>
        </p:txBody>
      </p:sp>
      <p:sp>
        <p:nvSpPr>
          <p:cNvPr id="319" name="Rectangle 318">
            <a:extLst>
              <a:ext uri="{FF2B5EF4-FFF2-40B4-BE49-F238E27FC236}">
                <a16:creationId xmlns:a16="http://schemas.microsoft.com/office/drawing/2014/main" id="{01092A01-DC80-214F-9D83-0F98E4B6D9F8}"/>
              </a:ext>
            </a:extLst>
          </p:cNvPr>
          <p:cNvSpPr/>
          <p:nvPr/>
        </p:nvSpPr>
        <p:spPr>
          <a:xfrm>
            <a:off x="1497289" y="1469780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like</a:t>
            </a:r>
            <a:endParaRPr lang="ko-KR" altLang="en-US" sz="1000" dirty="0"/>
          </a:p>
        </p:txBody>
      </p:sp>
      <p:sp>
        <p:nvSpPr>
          <p:cNvPr id="320" name="Rectangle 319">
            <a:extLst>
              <a:ext uri="{FF2B5EF4-FFF2-40B4-BE49-F238E27FC236}">
                <a16:creationId xmlns:a16="http://schemas.microsoft.com/office/drawing/2014/main" id="{E910A68A-F334-806E-A3B5-DCBC5329A2C8}"/>
              </a:ext>
            </a:extLst>
          </p:cNvPr>
          <p:cNvSpPr/>
          <p:nvPr/>
        </p:nvSpPr>
        <p:spPr>
          <a:xfrm>
            <a:off x="694292" y="1469780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/>
              <a:t>[BOS]</a:t>
            </a:r>
            <a:endParaRPr lang="ko-KR" altLang="en-US" sz="700" b="1" dirty="0"/>
          </a:p>
        </p:txBody>
      </p:sp>
      <p:sp>
        <p:nvSpPr>
          <p:cNvPr id="321" name="Rectangle 320">
            <a:extLst>
              <a:ext uri="{FF2B5EF4-FFF2-40B4-BE49-F238E27FC236}">
                <a16:creationId xmlns:a16="http://schemas.microsoft.com/office/drawing/2014/main" id="{85EE3A8B-EFE2-0329-86BA-B010A37A0F7C}"/>
              </a:ext>
            </a:extLst>
          </p:cNvPr>
          <p:cNvSpPr/>
          <p:nvPr/>
        </p:nvSpPr>
        <p:spPr>
          <a:xfrm>
            <a:off x="7351263" y="1029195"/>
            <a:ext cx="400049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4x16</a:t>
            </a:r>
            <a:endParaRPr lang="ko-KR" altLang="en-US" sz="800" dirty="0"/>
          </a:p>
        </p:txBody>
      </p:sp>
      <p:sp>
        <p:nvSpPr>
          <p:cNvPr id="322" name="Rectangle 321">
            <a:extLst>
              <a:ext uri="{FF2B5EF4-FFF2-40B4-BE49-F238E27FC236}">
                <a16:creationId xmlns:a16="http://schemas.microsoft.com/office/drawing/2014/main" id="{C1922DC7-84E9-5425-63D2-10276B5883D7}"/>
              </a:ext>
            </a:extLst>
          </p:cNvPr>
          <p:cNvSpPr/>
          <p:nvPr/>
        </p:nvSpPr>
        <p:spPr>
          <a:xfrm>
            <a:off x="6544751" y="663187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 dirty="0"/>
              <a:t>z_2</a:t>
            </a:r>
            <a:endParaRPr lang="ko-KR" altLang="en-US" sz="800" b="1" dirty="0"/>
          </a:p>
        </p:txBody>
      </p:sp>
      <p:sp>
        <p:nvSpPr>
          <p:cNvPr id="323" name="Rectangle 322">
            <a:extLst>
              <a:ext uri="{FF2B5EF4-FFF2-40B4-BE49-F238E27FC236}">
                <a16:creationId xmlns:a16="http://schemas.microsoft.com/office/drawing/2014/main" id="{674FB8B0-5C01-0FEF-F72C-D11C067E39E7}"/>
              </a:ext>
            </a:extLst>
          </p:cNvPr>
          <p:cNvSpPr/>
          <p:nvPr/>
        </p:nvSpPr>
        <p:spPr>
          <a:xfrm>
            <a:off x="7344851" y="663187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 dirty="0"/>
              <a:t>z_4</a:t>
            </a:r>
            <a:endParaRPr lang="ko-KR" altLang="en-US" sz="800" b="1" dirty="0"/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E27C2DEF-5A99-D727-D361-797BAF6D2BBD}"/>
              </a:ext>
            </a:extLst>
          </p:cNvPr>
          <p:cNvSpPr/>
          <p:nvPr/>
        </p:nvSpPr>
        <p:spPr>
          <a:xfrm>
            <a:off x="6944801" y="663187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 dirty="0"/>
              <a:t>z_3</a:t>
            </a:r>
            <a:endParaRPr lang="ko-KR" altLang="en-US" sz="800" b="1" dirty="0"/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452DC3A3-AAC3-C85E-71E8-9B1D137CD429}"/>
              </a:ext>
            </a:extLst>
          </p:cNvPr>
          <p:cNvSpPr/>
          <p:nvPr/>
        </p:nvSpPr>
        <p:spPr>
          <a:xfrm>
            <a:off x="6141804" y="663187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/>
              <a:t>z_1</a:t>
            </a:r>
            <a:endParaRPr lang="ko-KR" altLang="en-US" sz="700" b="1" dirty="0"/>
          </a:p>
        </p:txBody>
      </p:sp>
      <p:sp>
        <p:nvSpPr>
          <p:cNvPr id="326" name="TextBox 325">
            <a:extLst>
              <a:ext uri="{FF2B5EF4-FFF2-40B4-BE49-F238E27FC236}">
                <a16:creationId xmlns:a16="http://schemas.microsoft.com/office/drawing/2014/main" id="{A95BE004-289D-0189-27D4-F8F77ACEE24D}"/>
              </a:ext>
            </a:extLst>
          </p:cNvPr>
          <p:cNvSpPr txBox="1"/>
          <p:nvPr/>
        </p:nvSpPr>
        <p:spPr>
          <a:xfrm>
            <a:off x="133575" y="5686740"/>
            <a:ext cx="1257075" cy="261610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altLang="ko-KR" sz="1100" b="1" dirty="0">
                <a:solidFill>
                  <a:schemeClr val="bg1"/>
                </a:solidFill>
              </a:rPr>
              <a:t>Teacher Forcing</a:t>
            </a:r>
            <a:endParaRPr lang="ko-KR" altLang="en-US" sz="1100" b="1" dirty="0">
              <a:solidFill>
                <a:schemeClr val="bg1"/>
              </a:solidFill>
            </a:endParaRPr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2B48E6DE-900D-512D-6585-290B37208E63}"/>
              </a:ext>
            </a:extLst>
          </p:cNvPr>
          <p:cNvSpPr txBox="1"/>
          <p:nvPr/>
        </p:nvSpPr>
        <p:spPr>
          <a:xfrm>
            <a:off x="226549" y="135158"/>
            <a:ext cx="2027286" cy="400110"/>
          </a:xfrm>
          <a:prstGeom prst="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altLang="ko-KR" sz="2000" b="1" dirty="0">
                <a:solidFill>
                  <a:schemeClr val="bg1"/>
                </a:solidFill>
              </a:rPr>
              <a:t>Decoder Part 1</a:t>
            </a:r>
            <a:endParaRPr lang="ko-KR" altLang="en-US" sz="2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20434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303</Words>
  <Application>Microsoft Office PowerPoint</Application>
  <PresentationFormat>Widescreen</PresentationFormat>
  <Paragraphs>209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맑은 고딕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imjg0</dc:creator>
  <cp:lastModifiedBy>imjg0</cp:lastModifiedBy>
  <cp:revision>6</cp:revision>
  <dcterms:created xsi:type="dcterms:W3CDTF">2026-02-25T16:10:20Z</dcterms:created>
  <dcterms:modified xsi:type="dcterms:W3CDTF">2026-02-25T16:36:23Z</dcterms:modified>
</cp:coreProperties>
</file>