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0A08-A37B-C6FB-7831-12796DF4A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8CD2B-C499-FF24-9E67-524A83283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3C24-4AD2-53C7-E099-E024B056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7DEF5-92F1-9111-919B-D19268D6C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43F08-58F2-C5D3-B9BB-063FA078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19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B658-52E8-A83F-42D1-677BAAF5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3229-22C8-7CC2-F96C-8BA8ED06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56521-721A-5BF6-40F0-2A7340F6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6F814-7537-5E5F-92B5-7F280F90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616C4-6BAD-9B09-EE6F-58643A71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6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F889-4614-C5F6-0F1A-9E56BF40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BDBAD-253B-90AB-1F92-22387DCE6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D2D0A-2505-9E97-6AF8-D218B23A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1337D-CE8F-C662-F9B9-D661A38C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DEABE-A170-4297-BDD6-47DEF9B9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08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7FA6-C8A6-9BFE-8D7B-D2917F37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1028-7A68-F8AC-325C-98A746654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18E65-79D6-97AC-C56C-8AFC37E40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C0EA4-C1D7-136E-1041-2E0CD773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53715-210C-89B5-1C03-198EAC04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A4AE6-FF7E-1B7B-B365-58E83293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68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C42F-35B9-A3D8-1B61-DC4BD066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1BB0F-08FF-4809-60EA-7528AECDA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C87C5-2665-CA80-0D14-2B0210B6D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08076-3743-5E2B-8822-D948107B8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B6EF2-3DA8-10E9-1B6F-5F12DA102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7E069-E3B4-0465-889F-25C69F38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1574B-ED74-95DC-1A6C-687419E4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DBF0B-0AAD-C52C-81FF-C8C6E44E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952-F159-1638-813B-FD2B75FB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2E983-9BF3-3EBB-C321-F5403172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AC86A-F84B-D175-41C5-62C6AFFC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F225F-1888-7779-EB29-6CD5C394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69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7D031-FC71-5FAC-923D-B9F018AA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84ACE-D761-B329-D959-9D8B982D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5C8FB-162B-D156-53DA-D25331F7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1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5ACF-37CE-2639-9238-FFD308B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BE03-11FD-AE0F-33C5-2C7013E88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F096E-8684-735A-1171-0998CAF26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4DB99-7E70-AB20-3392-B5FF7A2E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39051-B179-8EA5-E236-656D771D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DB742-8E77-A160-44FA-BD6AAE65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484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F6DA-E11B-D557-086E-0C4D4B01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1FC51-11D4-E306-67A8-7A776EDA9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8BBA9-D4B3-65A8-C51C-7A275E239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55746-4019-5288-F29D-21D32B14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3D943-3C85-CE5E-BF96-A4AF23B2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16679-3ADA-8F1D-699B-AEA9BF99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624B-AF72-3DAF-3BFA-B1EB180C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F7D31-A554-9021-A97F-08AAEEE31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D360-FDAA-563C-2B93-AA8CB399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F846-1C3E-366A-AA69-202394AF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85D0-3BDC-B532-1AF4-E4464F61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1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10868-A3DD-B8D6-DF8F-4025D3E66D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8338A-D9D6-15F1-7BE3-418DF2046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CCAC-6364-8EF5-32BA-18764F99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6A63B-79D8-5536-4CD5-AD02A293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F797-C9D5-D392-5274-C8E7F11D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30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9B352-C722-0E96-8FB1-4B4C3926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164B7-10B1-AA76-F0DE-42313E581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91B3-122C-7180-ABCE-B1EC655F9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61C8E-CDB1-490C-8411-DA3C15B32211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310E-08C2-1AEB-5F20-E8C525378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153E7-6F70-389E-2042-8A418BA26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FE89C-7D38-4970-BD46-D4C4A58C9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781355-3DF5-15CE-FFCC-73D197DBB3CC}"/>
              </a:ext>
            </a:extLst>
          </p:cNvPr>
          <p:cNvSpPr/>
          <p:nvPr/>
        </p:nvSpPr>
        <p:spPr>
          <a:xfrm>
            <a:off x="990600" y="587502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I</a:t>
            </a:r>
            <a:endParaRPr lang="ko-KR" alt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D7E2C-0329-4110-9303-B06AE0CF4417}"/>
              </a:ext>
            </a:extLst>
          </p:cNvPr>
          <p:cNvSpPr/>
          <p:nvPr/>
        </p:nvSpPr>
        <p:spPr>
          <a:xfrm>
            <a:off x="1790700" y="587502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you</a:t>
            </a:r>
            <a:endParaRPr lang="ko-KR" alt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6FDAE9-B325-DC76-8521-D3202A4ECEDE}"/>
              </a:ext>
            </a:extLst>
          </p:cNvPr>
          <p:cNvSpPr/>
          <p:nvPr/>
        </p:nvSpPr>
        <p:spPr>
          <a:xfrm>
            <a:off x="1390650" y="587502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like</a:t>
            </a:r>
            <a:endParaRPr lang="ko-KR" altLang="en-US" sz="1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110BEA-91E9-249F-DE36-1F49BBF580C2}"/>
              </a:ext>
            </a:extLst>
          </p:cNvPr>
          <p:cNvSpPr/>
          <p:nvPr/>
        </p:nvSpPr>
        <p:spPr>
          <a:xfrm>
            <a:off x="1803401" y="6256020"/>
            <a:ext cx="400049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3x16</a:t>
            </a:r>
            <a:endParaRPr lang="ko-KR" altLang="en-US" sz="8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207DAF-01EB-11C9-F090-B096A0B12936}"/>
              </a:ext>
            </a:extLst>
          </p:cNvPr>
          <p:cNvSpPr/>
          <p:nvPr/>
        </p:nvSpPr>
        <p:spPr>
          <a:xfrm>
            <a:off x="4320380" y="2839721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I</a:t>
            </a:r>
            <a:endParaRPr lang="ko-KR" altLang="en-US" sz="10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0AA0DAA-C33B-198D-FF3B-8BDB5A2F8D1F}"/>
              </a:ext>
            </a:extLst>
          </p:cNvPr>
          <p:cNvSpPr/>
          <p:nvPr/>
        </p:nvSpPr>
        <p:spPr>
          <a:xfrm>
            <a:off x="5120480" y="2839721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you</a:t>
            </a:r>
            <a:endParaRPr lang="ko-KR" altLang="en-US" sz="10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6C74AC7-4219-1D8D-2D5C-72E5014E274E}"/>
              </a:ext>
            </a:extLst>
          </p:cNvPr>
          <p:cNvSpPr/>
          <p:nvPr/>
        </p:nvSpPr>
        <p:spPr>
          <a:xfrm>
            <a:off x="4720430" y="2839721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like</a:t>
            </a:r>
            <a:endParaRPr lang="ko-KR" altLang="en-US" sz="10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038095-5841-5813-74F1-7BCEA1B5AD0E}"/>
              </a:ext>
            </a:extLst>
          </p:cNvPr>
          <p:cNvSpPr/>
          <p:nvPr/>
        </p:nvSpPr>
        <p:spPr>
          <a:xfrm>
            <a:off x="5180924" y="3203259"/>
            <a:ext cx="352425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3x4</a:t>
            </a:r>
            <a:endParaRPr lang="ko-KR" altLang="en-US" sz="800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FD24296-3182-BB8D-44B5-8D9F2B938AB9}"/>
              </a:ext>
            </a:extLst>
          </p:cNvPr>
          <p:cNvCxnSpPr>
            <a:cxnSpLocks/>
          </p:cNvCxnSpPr>
          <p:nvPr/>
        </p:nvCxnSpPr>
        <p:spPr>
          <a:xfrm flipV="1">
            <a:off x="1590675" y="5627370"/>
            <a:ext cx="0" cy="247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C7D5B747-94B0-0EED-A4FA-7A65F12DA9A4}"/>
              </a:ext>
            </a:extLst>
          </p:cNvPr>
          <p:cNvSpPr/>
          <p:nvPr/>
        </p:nvSpPr>
        <p:spPr>
          <a:xfrm>
            <a:off x="1716880" y="2607946"/>
            <a:ext cx="4711700" cy="21209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D82310C-E3FD-0686-D4C4-AA5E0B3380AE}"/>
              </a:ext>
            </a:extLst>
          </p:cNvPr>
          <p:cNvSpPr/>
          <p:nvPr/>
        </p:nvSpPr>
        <p:spPr>
          <a:xfrm>
            <a:off x="4966652" y="206661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I</a:t>
            </a:r>
            <a:endParaRPr lang="ko-KR" altLang="en-US" sz="10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1C3F931-60DA-339A-3F89-07440F59DAF1}"/>
              </a:ext>
            </a:extLst>
          </p:cNvPr>
          <p:cNvSpPr/>
          <p:nvPr/>
        </p:nvSpPr>
        <p:spPr>
          <a:xfrm>
            <a:off x="5766752" y="206661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you</a:t>
            </a:r>
            <a:endParaRPr lang="ko-KR" altLang="en-US" sz="10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2664DF6-ECE9-6D8E-42B6-AADC6E69263C}"/>
              </a:ext>
            </a:extLst>
          </p:cNvPr>
          <p:cNvSpPr/>
          <p:nvPr/>
        </p:nvSpPr>
        <p:spPr>
          <a:xfrm>
            <a:off x="5366702" y="2066610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like</a:t>
            </a:r>
            <a:endParaRPr lang="ko-KR" altLang="en-US" sz="1000" dirty="0"/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EC607CF-4B22-EBA2-C02C-BD04147A9BAF}"/>
              </a:ext>
            </a:extLst>
          </p:cNvPr>
          <p:cNvCxnSpPr>
            <a:cxnSpLocks/>
          </p:cNvCxnSpPr>
          <p:nvPr/>
        </p:nvCxnSpPr>
        <p:spPr>
          <a:xfrm flipV="1">
            <a:off x="5583555" y="2430146"/>
            <a:ext cx="0" cy="247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Rectangle 191">
            <a:extLst>
              <a:ext uri="{FF2B5EF4-FFF2-40B4-BE49-F238E27FC236}">
                <a16:creationId xmlns:a16="http://schemas.microsoft.com/office/drawing/2014/main" id="{F0A020C7-2A8D-8E64-AC0F-801594AA02BB}"/>
              </a:ext>
            </a:extLst>
          </p:cNvPr>
          <p:cNvSpPr/>
          <p:nvPr/>
        </p:nvSpPr>
        <p:spPr>
          <a:xfrm>
            <a:off x="5829855" y="2435862"/>
            <a:ext cx="352425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3x4</a:t>
            </a:r>
            <a:endParaRPr lang="ko-KR" altLang="en-US" sz="800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9F0B8371-BA6B-1DBD-F02A-EE228C0A009B}"/>
              </a:ext>
            </a:extLst>
          </p:cNvPr>
          <p:cNvCxnSpPr>
            <a:cxnSpLocks/>
            <a:endCxn id="257" idx="3"/>
          </p:cNvCxnSpPr>
          <p:nvPr/>
        </p:nvCxnSpPr>
        <p:spPr>
          <a:xfrm flipH="1" flipV="1">
            <a:off x="4652487" y="1668147"/>
            <a:ext cx="528437" cy="398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184027D-5182-8815-C88C-F2872B3B845A}"/>
              </a:ext>
            </a:extLst>
          </p:cNvPr>
          <p:cNvCxnSpPr>
            <a:cxnSpLocks/>
            <a:endCxn id="257" idx="3"/>
          </p:cNvCxnSpPr>
          <p:nvPr/>
        </p:nvCxnSpPr>
        <p:spPr>
          <a:xfrm flipV="1">
            <a:off x="4483177" y="1668147"/>
            <a:ext cx="169310" cy="1171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47003CD-1561-4D56-5774-18BE9DF3747C}"/>
              </a:ext>
            </a:extLst>
          </p:cNvPr>
          <p:cNvSpPr/>
          <p:nvPr/>
        </p:nvSpPr>
        <p:spPr>
          <a:xfrm>
            <a:off x="1316830" y="3917633"/>
            <a:ext cx="400050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Q</a:t>
            </a:r>
            <a:endParaRPr lang="ko-KR" altLang="en-US" sz="10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61229FB5-5133-0640-A2D4-414DE904E60F}"/>
              </a:ext>
            </a:extLst>
          </p:cNvPr>
          <p:cNvSpPr/>
          <p:nvPr/>
        </p:nvSpPr>
        <p:spPr>
          <a:xfrm>
            <a:off x="1316830" y="3295333"/>
            <a:ext cx="400050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K</a:t>
            </a:r>
            <a:endParaRPr lang="ko-KR" altLang="en-US" sz="10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A9A5638-73DC-B298-7757-5CA4449CEB21}"/>
              </a:ext>
            </a:extLst>
          </p:cNvPr>
          <p:cNvSpPr/>
          <p:nvPr/>
        </p:nvSpPr>
        <p:spPr>
          <a:xfrm>
            <a:off x="1316830" y="2673033"/>
            <a:ext cx="400050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V</a:t>
            </a:r>
            <a:endParaRPr lang="ko-KR" altLang="en-US" sz="10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6C4E242-8004-F784-B2F1-CE7B4D10641C}"/>
              </a:ext>
            </a:extLst>
          </p:cNvPr>
          <p:cNvSpPr/>
          <p:nvPr/>
        </p:nvSpPr>
        <p:spPr>
          <a:xfrm>
            <a:off x="1364455" y="4289108"/>
            <a:ext cx="352425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8x5</a:t>
            </a:r>
            <a:endParaRPr lang="ko-KR" altLang="en-US" sz="8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A539DA79-D3D4-17EB-C0E8-691A2093B130}"/>
              </a:ext>
            </a:extLst>
          </p:cNvPr>
          <p:cNvSpPr/>
          <p:nvPr/>
        </p:nvSpPr>
        <p:spPr>
          <a:xfrm>
            <a:off x="1364455" y="3676333"/>
            <a:ext cx="352425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8x5</a:t>
            </a:r>
            <a:endParaRPr lang="ko-KR" altLang="en-US" sz="8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014661B0-F766-B104-ED82-183E7B805CAB}"/>
              </a:ext>
            </a:extLst>
          </p:cNvPr>
          <p:cNvSpPr/>
          <p:nvPr/>
        </p:nvSpPr>
        <p:spPr>
          <a:xfrm>
            <a:off x="1282066" y="3054033"/>
            <a:ext cx="434814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16x4</a:t>
            </a:r>
            <a:endParaRPr lang="ko-KR" altLang="en-US" sz="800" dirty="0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EDE7AF4-3662-7678-6653-AC898C8F8D92}"/>
              </a:ext>
            </a:extLst>
          </p:cNvPr>
          <p:cNvGrpSpPr/>
          <p:nvPr/>
        </p:nvGrpSpPr>
        <p:grpSpPr>
          <a:xfrm>
            <a:off x="456899" y="3214371"/>
            <a:ext cx="5126656" cy="2414904"/>
            <a:chOff x="6732602" y="3574734"/>
            <a:chExt cx="5126656" cy="2414904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91DD50B-E418-C9D7-3554-727B55B3BAE0}"/>
                </a:ext>
              </a:extLst>
            </p:cNvPr>
            <p:cNvSpPr/>
            <p:nvPr/>
          </p:nvSpPr>
          <p:spPr>
            <a:xfrm>
              <a:off x="7147558" y="3868738"/>
              <a:ext cx="4711700" cy="21209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E1450BA-B53C-357B-9CB5-2A13CDE64F56}"/>
                </a:ext>
              </a:extLst>
            </p:cNvPr>
            <p:cNvSpPr/>
            <p:nvPr/>
          </p:nvSpPr>
          <p:spPr>
            <a:xfrm>
              <a:off x="6747508" y="5341938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Q</a:t>
              </a:r>
              <a:endParaRPr lang="ko-KR" altLang="en-US" sz="1000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3F6AC1D-D12F-3DD5-11CD-70CF4803C226}"/>
                </a:ext>
              </a:extLst>
            </p:cNvPr>
            <p:cNvSpPr/>
            <p:nvPr/>
          </p:nvSpPr>
          <p:spPr>
            <a:xfrm>
              <a:off x="6747508" y="4719638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K</a:t>
              </a:r>
              <a:endParaRPr lang="ko-KR" altLang="en-US" sz="1000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0DD269D-4E61-CEFC-42C3-A1AFB73217AB}"/>
                </a:ext>
              </a:extLst>
            </p:cNvPr>
            <p:cNvSpPr/>
            <p:nvPr/>
          </p:nvSpPr>
          <p:spPr>
            <a:xfrm>
              <a:off x="6747508" y="4097338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V</a:t>
              </a:r>
              <a:endParaRPr lang="ko-KR" altLang="en-US" sz="1000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07AA00CE-0CDD-72EE-F4EA-FA6A888F7636}"/>
                </a:ext>
              </a:extLst>
            </p:cNvPr>
            <p:cNvSpPr/>
            <p:nvPr/>
          </p:nvSpPr>
          <p:spPr>
            <a:xfrm>
              <a:off x="7347583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A962CF0C-6DF8-7309-40C0-8883F6A6DB6F}"/>
                </a:ext>
              </a:extLst>
            </p:cNvPr>
            <p:cNvSpPr/>
            <p:nvPr/>
          </p:nvSpPr>
          <p:spPr>
            <a:xfrm>
              <a:off x="8147683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A67AD695-FB27-7CD7-5AD4-C530DC0C6AD4}"/>
                </a:ext>
              </a:extLst>
            </p:cNvPr>
            <p:cNvSpPr/>
            <p:nvPr/>
          </p:nvSpPr>
          <p:spPr>
            <a:xfrm>
              <a:off x="7747633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7E5FE131-0B7E-FB6D-5BC9-D56222F751B4}"/>
                </a:ext>
              </a:extLst>
            </p:cNvPr>
            <p:cNvCxnSpPr>
              <a:endCxn id="211" idx="1"/>
            </p:cNvCxnSpPr>
            <p:nvPr/>
          </p:nvCxnSpPr>
          <p:spPr>
            <a:xfrm flipV="1">
              <a:off x="7147558" y="5529263"/>
              <a:ext cx="200025" cy="3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7268CC78-5098-FB91-0736-ACE699F53BBA}"/>
                </a:ext>
              </a:extLst>
            </p:cNvPr>
            <p:cNvCxnSpPr>
              <a:cxnSpLocks/>
              <a:endCxn id="216" idx="1"/>
            </p:cNvCxnSpPr>
            <p:nvPr/>
          </p:nvCxnSpPr>
          <p:spPr>
            <a:xfrm>
              <a:off x="8547733" y="5529263"/>
              <a:ext cx="2619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6A35A63-CB51-3279-95BC-537B93D97168}"/>
                </a:ext>
              </a:extLst>
            </p:cNvPr>
            <p:cNvSpPr/>
            <p:nvPr/>
          </p:nvSpPr>
          <p:spPr>
            <a:xfrm>
              <a:off x="8809670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Q</a:t>
              </a:r>
            </a:p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87EF26E-AB23-2D31-0137-98963191F338}"/>
                </a:ext>
              </a:extLst>
            </p:cNvPr>
            <p:cNvSpPr/>
            <p:nvPr/>
          </p:nvSpPr>
          <p:spPr>
            <a:xfrm>
              <a:off x="9609770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Q</a:t>
              </a:r>
            </a:p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6A3D3FF-4AA1-16AE-D87D-C2EAB458ADD1}"/>
                </a:ext>
              </a:extLst>
            </p:cNvPr>
            <p:cNvSpPr/>
            <p:nvPr/>
          </p:nvSpPr>
          <p:spPr>
            <a:xfrm>
              <a:off x="9209720" y="534193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Q</a:t>
              </a:r>
            </a:p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A156FF2-A19F-A7E7-386D-A536B803B082}"/>
                </a:ext>
              </a:extLst>
            </p:cNvPr>
            <p:cNvSpPr/>
            <p:nvPr/>
          </p:nvSpPr>
          <p:spPr>
            <a:xfrm>
              <a:off x="7347583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95D1001-F1AF-758D-C0C4-FD14D22308E9}"/>
                </a:ext>
              </a:extLst>
            </p:cNvPr>
            <p:cNvSpPr/>
            <p:nvPr/>
          </p:nvSpPr>
          <p:spPr>
            <a:xfrm>
              <a:off x="8147683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39C387FC-F16D-5887-EA94-974FB47EB36B}"/>
                </a:ext>
              </a:extLst>
            </p:cNvPr>
            <p:cNvSpPr/>
            <p:nvPr/>
          </p:nvSpPr>
          <p:spPr>
            <a:xfrm>
              <a:off x="7747633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DB14F0F8-FEBE-331F-96CB-93C6C20C4DB2}"/>
                </a:ext>
              </a:extLst>
            </p:cNvPr>
            <p:cNvCxnSpPr>
              <a:endCxn id="219" idx="1"/>
            </p:cNvCxnSpPr>
            <p:nvPr/>
          </p:nvCxnSpPr>
          <p:spPr>
            <a:xfrm flipV="1">
              <a:off x="7147558" y="4897438"/>
              <a:ext cx="200025" cy="3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B8913171-F3DA-0269-D492-41D78A30C106}"/>
                </a:ext>
              </a:extLst>
            </p:cNvPr>
            <p:cNvCxnSpPr>
              <a:cxnSpLocks/>
              <a:endCxn id="224" idx="1"/>
            </p:cNvCxnSpPr>
            <p:nvPr/>
          </p:nvCxnSpPr>
          <p:spPr>
            <a:xfrm>
              <a:off x="8547733" y="4897438"/>
              <a:ext cx="2619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CDEC9413-0F4B-B974-E6F9-0EB7A578C917}"/>
                </a:ext>
              </a:extLst>
            </p:cNvPr>
            <p:cNvSpPr/>
            <p:nvPr/>
          </p:nvSpPr>
          <p:spPr>
            <a:xfrm>
              <a:off x="8809670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K</a:t>
              </a:r>
            </a:p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FE1CC6E3-27AD-BF23-2531-211743CCB2FE}"/>
                </a:ext>
              </a:extLst>
            </p:cNvPr>
            <p:cNvSpPr/>
            <p:nvPr/>
          </p:nvSpPr>
          <p:spPr>
            <a:xfrm>
              <a:off x="9609770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K</a:t>
              </a:r>
            </a:p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5A64D9E-36A6-CF36-43BE-251E82F4403E}"/>
                </a:ext>
              </a:extLst>
            </p:cNvPr>
            <p:cNvSpPr/>
            <p:nvPr/>
          </p:nvSpPr>
          <p:spPr>
            <a:xfrm>
              <a:off x="9209720" y="4710113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K</a:t>
              </a:r>
            </a:p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AB68CB2-5A23-A651-151F-CA7F1012F42C}"/>
                </a:ext>
              </a:extLst>
            </p:cNvPr>
            <p:cNvSpPr/>
            <p:nvPr/>
          </p:nvSpPr>
          <p:spPr>
            <a:xfrm>
              <a:off x="6732603" y="5713413"/>
              <a:ext cx="41495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16x4</a:t>
              </a:r>
              <a:endParaRPr lang="ko-KR" altLang="en-US" sz="800" dirty="0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D4D466D-5CB9-364F-12F2-8FFAFC1A57A0}"/>
                </a:ext>
              </a:extLst>
            </p:cNvPr>
            <p:cNvSpPr/>
            <p:nvPr/>
          </p:nvSpPr>
          <p:spPr>
            <a:xfrm>
              <a:off x="6732603" y="5100638"/>
              <a:ext cx="41495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16x4</a:t>
              </a:r>
              <a:endParaRPr lang="ko-KR" altLang="en-US" sz="800" dirty="0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23C16B2-585C-7844-280E-24694ADBCE24}"/>
                </a:ext>
              </a:extLst>
            </p:cNvPr>
            <p:cNvSpPr/>
            <p:nvPr/>
          </p:nvSpPr>
          <p:spPr>
            <a:xfrm>
              <a:off x="6732602" y="4478338"/>
              <a:ext cx="41495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16x4</a:t>
              </a:r>
              <a:endParaRPr lang="ko-KR" altLang="en-US" sz="800" dirty="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C8C65B7-94E1-EA67-F8DE-715AD1E83ED5}"/>
                </a:ext>
              </a:extLst>
            </p:cNvPr>
            <p:cNvSpPr/>
            <p:nvPr/>
          </p:nvSpPr>
          <p:spPr>
            <a:xfrm>
              <a:off x="9666919" y="5713413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3x4</a:t>
              </a:r>
              <a:endParaRPr lang="ko-KR" altLang="en-US" sz="800" dirty="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119B6E55-0DA9-AFC0-8C27-865B4FE45861}"/>
                </a:ext>
              </a:extLst>
            </p:cNvPr>
            <p:cNvSpPr/>
            <p:nvPr/>
          </p:nvSpPr>
          <p:spPr>
            <a:xfrm>
              <a:off x="9663745" y="5087938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3x4</a:t>
              </a:r>
              <a:endParaRPr lang="ko-KR" altLang="en-US" sz="800" dirty="0"/>
            </a:p>
          </p:txBody>
        </p: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1BB133E5-ECBE-AFAC-4143-8156D21DE076}"/>
                </a:ext>
              </a:extLst>
            </p:cNvPr>
            <p:cNvCxnSpPr>
              <a:cxnSpLocks/>
            </p:cNvCxnSpPr>
            <p:nvPr/>
          </p:nvCxnSpPr>
          <p:spPr>
            <a:xfrm>
              <a:off x="10016170" y="4897438"/>
              <a:ext cx="446088" cy="3111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CB7B1C7F-D859-390F-0B64-0AB1E70DC4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9820" y="5208588"/>
              <a:ext cx="452438" cy="3206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0BDEFE5A-8C45-3297-B423-8D5EA305A1F5}"/>
                </a:ext>
              </a:extLst>
            </p:cNvPr>
            <p:cNvSpPr/>
            <p:nvPr/>
          </p:nvSpPr>
          <p:spPr>
            <a:xfrm>
              <a:off x="10358276" y="4573588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3x3</a:t>
              </a:r>
              <a:endParaRPr lang="ko-KR" altLang="en-US" sz="800" dirty="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9B844CAF-CB25-B7E8-5C24-918BCB659223}"/>
                </a:ext>
              </a:extLst>
            </p:cNvPr>
            <p:cNvSpPr/>
            <p:nvPr/>
          </p:nvSpPr>
          <p:spPr>
            <a:xfrm>
              <a:off x="10710701" y="4706937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I</a:t>
              </a:r>
              <a:endParaRPr lang="ko-KR" altLang="en-US" sz="600" dirty="0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A2E380A7-46BC-1C6A-0DFA-9E0CF4A104E8}"/>
                </a:ext>
              </a:extLst>
            </p:cNvPr>
            <p:cNvSpPr/>
            <p:nvPr/>
          </p:nvSpPr>
          <p:spPr>
            <a:xfrm>
              <a:off x="11333001" y="4706937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you</a:t>
              </a:r>
              <a:endParaRPr lang="ko-KR" altLang="en-US" sz="600" dirty="0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278DDB8E-1B3F-9BBF-2B8D-B9B4BD367E14}"/>
                </a:ext>
              </a:extLst>
            </p:cNvPr>
            <p:cNvSpPr/>
            <p:nvPr/>
          </p:nvSpPr>
          <p:spPr>
            <a:xfrm>
              <a:off x="11021851" y="4706937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like</a:t>
              </a:r>
              <a:endParaRPr lang="ko-KR" altLang="en-US" sz="600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8FC16C67-7573-ADFF-FF2C-C3CCF7EC143E}"/>
                </a:ext>
              </a:extLst>
            </p:cNvPr>
            <p:cNvSpPr/>
            <p:nvPr/>
          </p:nvSpPr>
          <p:spPr>
            <a:xfrm rot="16200000">
              <a:off x="10458289" y="4955380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I</a:t>
              </a:r>
              <a:endParaRPr lang="ko-KR" altLang="en-US" sz="600" dirty="0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33991544-C830-A0D9-080F-7175E4926642}"/>
                </a:ext>
              </a:extLst>
            </p:cNvPr>
            <p:cNvSpPr/>
            <p:nvPr/>
          </p:nvSpPr>
          <p:spPr>
            <a:xfrm rot="16200000">
              <a:off x="10458290" y="5581650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you</a:t>
              </a:r>
              <a:endParaRPr lang="ko-KR" altLang="en-US" sz="600" dirty="0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2FA7935B-F200-63AD-AC98-25DB386CCB45}"/>
                </a:ext>
              </a:extLst>
            </p:cNvPr>
            <p:cNvSpPr/>
            <p:nvPr/>
          </p:nvSpPr>
          <p:spPr>
            <a:xfrm rot="16200000">
              <a:off x="10458290" y="5272879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like</a:t>
              </a:r>
              <a:endParaRPr lang="ko-KR" altLang="en-US" sz="600" dirty="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D61CB1C-53A6-E631-4B01-9518DDF75B21}"/>
                </a:ext>
              </a:extLst>
            </p:cNvPr>
            <p:cNvSpPr/>
            <p:nvPr/>
          </p:nvSpPr>
          <p:spPr>
            <a:xfrm>
              <a:off x="10928190" y="5086351"/>
              <a:ext cx="556418" cy="49847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Softmax</a:t>
              </a:r>
              <a:endParaRPr lang="ko-KR" altLang="en-US" sz="600" dirty="0"/>
            </a:p>
          </p:txBody>
        </p: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BF71FB59-75A2-C9AA-7977-258AC48CC84D}"/>
                </a:ext>
              </a:extLst>
            </p:cNvPr>
            <p:cNvCxnSpPr>
              <a:cxnSpLocks/>
              <a:stCxn id="304" idx="0"/>
              <a:endCxn id="87" idx="2"/>
            </p:cNvCxnSpPr>
            <p:nvPr/>
          </p:nvCxnSpPr>
          <p:spPr>
            <a:xfrm flipH="1" flipV="1">
              <a:off x="11196158" y="3574734"/>
              <a:ext cx="20850" cy="9397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3E5DC57-2085-B6FD-8E78-0AFBFF7F6151}"/>
                </a:ext>
              </a:extLst>
            </p:cNvPr>
            <p:cNvSpPr/>
            <p:nvPr/>
          </p:nvSpPr>
          <p:spPr>
            <a:xfrm>
              <a:off x="7353933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1F3F5AC-AA1F-B532-5F1F-E0E3DB5BB126}"/>
                </a:ext>
              </a:extLst>
            </p:cNvPr>
            <p:cNvSpPr/>
            <p:nvPr/>
          </p:nvSpPr>
          <p:spPr>
            <a:xfrm>
              <a:off x="8154033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0B3DBB01-2436-8F88-82CD-4B5984B0734A}"/>
                </a:ext>
              </a:extLst>
            </p:cNvPr>
            <p:cNvSpPr/>
            <p:nvPr/>
          </p:nvSpPr>
          <p:spPr>
            <a:xfrm>
              <a:off x="7753983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05669F9A-A6DC-3AE7-EBE1-2476DCCFD2E6}"/>
                </a:ext>
              </a:extLst>
            </p:cNvPr>
            <p:cNvCxnSpPr>
              <a:endCxn id="243" idx="1"/>
            </p:cNvCxnSpPr>
            <p:nvPr/>
          </p:nvCxnSpPr>
          <p:spPr>
            <a:xfrm flipV="1">
              <a:off x="7153908" y="4291013"/>
              <a:ext cx="200025" cy="3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338EC8D2-649D-C0E1-7980-7950DD89F0FF}"/>
                </a:ext>
              </a:extLst>
            </p:cNvPr>
            <p:cNvCxnSpPr>
              <a:cxnSpLocks/>
              <a:endCxn id="248" idx="1"/>
            </p:cNvCxnSpPr>
            <p:nvPr/>
          </p:nvCxnSpPr>
          <p:spPr>
            <a:xfrm>
              <a:off x="8554083" y="4291013"/>
              <a:ext cx="2619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A5FFB86-79F4-21D7-EC09-40C47EE20235}"/>
                </a:ext>
              </a:extLst>
            </p:cNvPr>
            <p:cNvSpPr/>
            <p:nvPr/>
          </p:nvSpPr>
          <p:spPr>
            <a:xfrm>
              <a:off x="8816020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V</a:t>
              </a:r>
            </a:p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77509889-0871-08BC-1636-719A8E6811AB}"/>
                </a:ext>
              </a:extLst>
            </p:cNvPr>
            <p:cNvSpPr/>
            <p:nvPr/>
          </p:nvSpPr>
          <p:spPr>
            <a:xfrm>
              <a:off x="9616120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V</a:t>
              </a:r>
            </a:p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9CA8C9B9-D52D-123A-E224-542CC1666A81}"/>
                </a:ext>
              </a:extLst>
            </p:cNvPr>
            <p:cNvSpPr/>
            <p:nvPr/>
          </p:nvSpPr>
          <p:spPr>
            <a:xfrm>
              <a:off x="9216070" y="4103688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V</a:t>
              </a:r>
            </a:p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D64B9B9C-2D69-03C5-D776-7CDFCB07376C}"/>
                </a:ext>
              </a:extLst>
            </p:cNvPr>
            <p:cNvSpPr/>
            <p:nvPr/>
          </p:nvSpPr>
          <p:spPr>
            <a:xfrm>
              <a:off x="9663745" y="4484688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3x4</a:t>
              </a:r>
              <a:endParaRPr lang="ko-KR" altLang="en-US" sz="800" dirty="0"/>
            </a:p>
          </p:txBody>
        </p: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CD652642-7215-EF0D-1EAF-4F3B3A53BB02}"/>
                </a:ext>
              </a:extLst>
            </p:cNvPr>
            <p:cNvCxnSpPr>
              <a:cxnSpLocks/>
            </p:cNvCxnSpPr>
            <p:nvPr/>
          </p:nvCxnSpPr>
          <p:spPr>
            <a:xfrm>
              <a:off x="10016170" y="4284663"/>
              <a:ext cx="1176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6" name="Rectangle 255">
            <a:extLst>
              <a:ext uri="{FF2B5EF4-FFF2-40B4-BE49-F238E27FC236}">
                <a16:creationId xmlns:a16="http://schemas.microsoft.com/office/drawing/2014/main" id="{95CD222B-BB77-1902-D2D8-AE37D8DDE5E6}"/>
              </a:ext>
            </a:extLst>
          </p:cNvPr>
          <p:cNvSpPr/>
          <p:nvPr/>
        </p:nvSpPr>
        <p:spPr>
          <a:xfrm>
            <a:off x="4118489" y="1852297"/>
            <a:ext cx="533998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3x(4x4)</a:t>
            </a:r>
            <a:endParaRPr lang="ko-KR" altLang="en-US" sz="8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B073ACD-0DF5-DEDD-EF48-82FD10445E1B}"/>
              </a:ext>
            </a:extLst>
          </p:cNvPr>
          <p:cNvSpPr/>
          <p:nvPr/>
        </p:nvSpPr>
        <p:spPr>
          <a:xfrm>
            <a:off x="3789918" y="1480822"/>
            <a:ext cx="862569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concat</a:t>
            </a:r>
            <a:endParaRPr lang="ko-KR" altLang="en-US" sz="1000" dirty="0"/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7762F083-C43C-A260-1E3D-2046EB265F01}"/>
              </a:ext>
            </a:extLst>
          </p:cNvPr>
          <p:cNvCxnSpPr>
            <a:cxnSpLocks/>
            <a:stCxn id="257" idx="1"/>
          </p:cNvCxnSpPr>
          <p:nvPr/>
        </p:nvCxnSpPr>
        <p:spPr>
          <a:xfrm flipH="1" flipV="1">
            <a:off x="2278380" y="1659099"/>
            <a:ext cx="1511538" cy="9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64749B0-430F-68F8-D716-45FED7721D97}"/>
              </a:ext>
            </a:extLst>
          </p:cNvPr>
          <p:cNvSpPr/>
          <p:nvPr/>
        </p:nvSpPr>
        <p:spPr>
          <a:xfrm>
            <a:off x="2912902" y="1477647"/>
            <a:ext cx="400050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O</a:t>
            </a:r>
            <a:endParaRPr lang="ko-KR" altLang="en-US" sz="10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F647153-989D-7A93-AE66-B2AACB5818BD}"/>
              </a:ext>
            </a:extLst>
          </p:cNvPr>
          <p:cNvSpPr/>
          <p:nvPr/>
        </p:nvSpPr>
        <p:spPr>
          <a:xfrm>
            <a:off x="2677078" y="1859123"/>
            <a:ext cx="649526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16x(4x4)</a:t>
            </a:r>
            <a:endParaRPr lang="ko-KR" altLang="en-US" sz="8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AB9C949-9C9F-5B36-9853-8392951B8929}"/>
              </a:ext>
            </a:extLst>
          </p:cNvPr>
          <p:cNvSpPr/>
          <p:nvPr/>
        </p:nvSpPr>
        <p:spPr>
          <a:xfrm>
            <a:off x="1088172" y="1458916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I</a:t>
            </a:r>
            <a:endParaRPr lang="ko-KR" altLang="en-US" sz="10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D2438E0-3FE8-AEB9-9584-782A3DA31521}"/>
              </a:ext>
            </a:extLst>
          </p:cNvPr>
          <p:cNvSpPr/>
          <p:nvPr/>
        </p:nvSpPr>
        <p:spPr>
          <a:xfrm>
            <a:off x="1888272" y="1458916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you</a:t>
            </a:r>
            <a:endParaRPr lang="ko-KR" altLang="en-US" sz="10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5F1616A3-537D-3ED0-37A1-2FD3B229EB8E}"/>
              </a:ext>
            </a:extLst>
          </p:cNvPr>
          <p:cNvSpPr/>
          <p:nvPr/>
        </p:nvSpPr>
        <p:spPr>
          <a:xfrm>
            <a:off x="1488222" y="1458916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like</a:t>
            </a:r>
            <a:endParaRPr lang="ko-KR" altLang="en-US" sz="10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4FEFBD0-A04A-1CB7-3FBF-77089BACDD82}"/>
              </a:ext>
            </a:extLst>
          </p:cNvPr>
          <p:cNvSpPr/>
          <p:nvPr/>
        </p:nvSpPr>
        <p:spPr>
          <a:xfrm>
            <a:off x="1903751" y="1835788"/>
            <a:ext cx="400049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3x16</a:t>
            </a:r>
            <a:endParaRPr lang="ko-KR" altLang="en-US" sz="8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FDDDB18-4CD6-9875-DDEF-60C75E7FE1E6}"/>
              </a:ext>
            </a:extLst>
          </p:cNvPr>
          <p:cNvSpPr txBox="1"/>
          <p:nvPr/>
        </p:nvSpPr>
        <p:spPr>
          <a:xfrm rot="20350822">
            <a:off x="233939" y="2436575"/>
            <a:ext cx="1909497" cy="2616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Multi-Head Attention X 4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C22926DA-C479-76C0-A4E7-28CA66DC2B39}"/>
              </a:ext>
            </a:extLst>
          </p:cNvPr>
          <p:cNvSpPr txBox="1"/>
          <p:nvPr/>
        </p:nvSpPr>
        <p:spPr>
          <a:xfrm>
            <a:off x="458552" y="1142374"/>
            <a:ext cx="1058303" cy="2616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MHA Output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BA1C235-4739-C02B-7866-8482248259DE}"/>
              </a:ext>
            </a:extLst>
          </p:cNvPr>
          <p:cNvSpPr txBox="1"/>
          <p:nvPr/>
        </p:nvSpPr>
        <p:spPr>
          <a:xfrm>
            <a:off x="2279272" y="6256020"/>
            <a:ext cx="543739" cy="2616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Input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8CBF6BAA-0B60-A3A7-23FE-F8267B3CAB38}"/>
              </a:ext>
            </a:extLst>
          </p:cNvPr>
          <p:cNvCxnSpPr>
            <a:cxnSpLocks/>
          </p:cNvCxnSpPr>
          <p:nvPr/>
        </p:nvCxnSpPr>
        <p:spPr>
          <a:xfrm flipH="1">
            <a:off x="1590675" y="5751195"/>
            <a:ext cx="1086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5CBDD20-D9D6-1296-1B72-C1012A210F74}"/>
              </a:ext>
            </a:extLst>
          </p:cNvPr>
          <p:cNvSpPr/>
          <p:nvPr/>
        </p:nvSpPr>
        <p:spPr>
          <a:xfrm>
            <a:off x="2665055" y="5682298"/>
            <a:ext cx="315912" cy="180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</a:t>
            </a:r>
            <a:endParaRPr lang="ko-KR" altLang="en-US" sz="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EFA278E0-ADE8-4414-2152-AD98A1C52E8E}"/>
              </a:ext>
            </a:extLst>
          </p:cNvPr>
          <p:cNvSpPr/>
          <p:nvPr/>
        </p:nvSpPr>
        <p:spPr>
          <a:xfrm>
            <a:off x="3287355" y="5682298"/>
            <a:ext cx="315912" cy="180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</a:t>
            </a:r>
            <a:endParaRPr lang="ko-KR" altLang="en-US" sz="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8FAAD3CA-5A9B-ED6E-4115-64B7E8E641BB}"/>
              </a:ext>
            </a:extLst>
          </p:cNvPr>
          <p:cNvSpPr/>
          <p:nvPr/>
        </p:nvSpPr>
        <p:spPr>
          <a:xfrm>
            <a:off x="2976205" y="5682298"/>
            <a:ext cx="315912" cy="180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</a:t>
            </a:r>
            <a:endParaRPr lang="ko-KR" altLang="en-US" sz="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1443B275-561C-D95E-FDC6-BC1872DDFB09}"/>
              </a:ext>
            </a:extLst>
          </p:cNvPr>
          <p:cNvSpPr/>
          <p:nvPr/>
        </p:nvSpPr>
        <p:spPr>
          <a:xfrm>
            <a:off x="3219926" y="5867400"/>
            <a:ext cx="401598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3x16</a:t>
            </a:r>
            <a:endParaRPr lang="ko-KR" altLang="en-US" sz="8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28CAB39-1682-205B-E508-5263E1ECCE5B}"/>
              </a:ext>
            </a:extLst>
          </p:cNvPr>
          <p:cNvSpPr txBox="1"/>
          <p:nvPr/>
        </p:nvSpPr>
        <p:spPr>
          <a:xfrm>
            <a:off x="3655947" y="5870893"/>
            <a:ext cx="1516762" cy="2616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Positional Encoding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51AC9B45-824E-0590-59C6-75050844E2BA}"/>
              </a:ext>
            </a:extLst>
          </p:cNvPr>
          <p:cNvCxnSpPr>
            <a:cxnSpLocks/>
            <a:stCxn id="269" idx="0"/>
          </p:cNvCxnSpPr>
          <p:nvPr/>
        </p:nvCxnSpPr>
        <p:spPr>
          <a:xfrm flipV="1">
            <a:off x="1688247" y="835187"/>
            <a:ext cx="0" cy="62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1819DC8-285B-466A-171E-54999DA7E1B7}"/>
              </a:ext>
            </a:extLst>
          </p:cNvPr>
          <p:cNvSpPr/>
          <p:nvPr/>
        </p:nvSpPr>
        <p:spPr>
          <a:xfrm>
            <a:off x="1182370" y="653745"/>
            <a:ext cx="1020558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Residual + Layer Norm</a:t>
            </a:r>
            <a:endParaRPr lang="ko-KR" altLang="en-US" sz="1000" dirty="0"/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DEA5B9ED-0B5E-4D90-21C1-DA69A5A584AA}"/>
              </a:ext>
            </a:extLst>
          </p:cNvPr>
          <p:cNvCxnSpPr>
            <a:cxnSpLocks/>
          </p:cNvCxnSpPr>
          <p:nvPr/>
        </p:nvCxnSpPr>
        <p:spPr>
          <a:xfrm>
            <a:off x="2215861" y="835187"/>
            <a:ext cx="567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2C4C9F4-A285-4CA8-195E-3E18BA774CEE}"/>
              </a:ext>
            </a:extLst>
          </p:cNvPr>
          <p:cNvSpPr/>
          <p:nvPr/>
        </p:nvSpPr>
        <p:spPr>
          <a:xfrm>
            <a:off x="2783640" y="677878"/>
            <a:ext cx="1228477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FFN</a:t>
            </a:r>
            <a:endParaRPr lang="ko-KR" altLang="en-US" sz="10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72A541B-D57A-F3DB-9BC0-E0F035879EDB}"/>
              </a:ext>
            </a:extLst>
          </p:cNvPr>
          <p:cNvSpPr/>
          <p:nvPr/>
        </p:nvSpPr>
        <p:spPr>
          <a:xfrm>
            <a:off x="2783640" y="1060356"/>
            <a:ext cx="436286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3x64</a:t>
            </a:r>
            <a:endParaRPr lang="ko-KR" altLang="en-US" sz="8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3E607AE-82F2-F71A-4D10-B9C499F6843A}"/>
              </a:ext>
            </a:extLst>
          </p:cNvPr>
          <p:cNvSpPr/>
          <p:nvPr/>
        </p:nvSpPr>
        <p:spPr>
          <a:xfrm>
            <a:off x="3579473" y="1060356"/>
            <a:ext cx="436285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3x16</a:t>
            </a:r>
            <a:endParaRPr lang="ko-KR" altLang="en-US" sz="800" dirty="0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30FA7A63-7B5E-990E-C6D7-65BC7658733F}"/>
              </a:ext>
            </a:extLst>
          </p:cNvPr>
          <p:cNvCxnSpPr>
            <a:cxnSpLocks/>
          </p:cNvCxnSpPr>
          <p:nvPr/>
        </p:nvCxnSpPr>
        <p:spPr>
          <a:xfrm>
            <a:off x="4012117" y="854570"/>
            <a:ext cx="567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7" name="Rectangle 296">
            <a:extLst>
              <a:ext uri="{FF2B5EF4-FFF2-40B4-BE49-F238E27FC236}">
                <a16:creationId xmlns:a16="http://schemas.microsoft.com/office/drawing/2014/main" id="{424CDBC8-4371-3F2C-1867-318FAE940C64}"/>
              </a:ext>
            </a:extLst>
          </p:cNvPr>
          <p:cNvSpPr/>
          <p:nvPr/>
        </p:nvSpPr>
        <p:spPr>
          <a:xfrm>
            <a:off x="4567832" y="647862"/>
            <a:ext cx="1020558" cy="3746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Residual + Layer Norm</a:t>
            </a:r>
            <a:endParaRPr lang="ko-KR" altLang="en-US" sz="1000" dirty="0"/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1C6F497B-097E-0FC0-6BE4-DAD84AB1B5AC}"/>
              </a:ext>
            </a:extLst>
          </p:cNvPr>
          <p:cNvCxnSpPr>
            <a:cxnSpLocks/>
          </p:cNvCxnSpPr>
          <p:nvPr/>
        </p:nvCxnSpPr>
        <p:spPr>
          <a:xfrm>
            <a:off x="5583555" y="843473"/>
            <a:ext cx="567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9" name="Rectangle 298">
            <a:extLst>
              <a:ext uri="{FF2B5EF4-FFF2-40B4-BE49-F238E27FC236}">
                <a16:creationId xmlns:a16="http://schemas.microsoft.com/office/drawing/2014/main" id="{593DE7D1-E6D7-4EB6-C587-53AEA76C934A}"/>
              </a:ext>
            </a:extLst>
          </p:cNvPr>
          <p:cNvSpPr/>
          <p:nvPr/>
        </p:nvSpPr>
        <p:spPr>
          <a:xfrm>
            <a:off x="6151335" y="667245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I</a:t>
            </a:r>
            <a:endParaRPr lang="ko-KR" altLang="en-US" sz="10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12EDF8D-D7F8-346B-71D4-DFAFDDDCA616}"/>
              </a:ext>
            </a:extLst>
          </p:cNvPr>
          <p:cNvSpPr/>
          <p:nvPr/>
        </p:nvSpPr>
        <p:spPr>
          <a:xfrm>
            <a:off x="6951435" y="667245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you</a:t>
            </a:r>
            <a:endParaRPr lang="ko-KR" altLang="en-US" sz="10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818B8C8-536C-2F9B-0BF2-3D69D773405F}"/>
              </a:ext>
            </a:extLst>
          </p:cNvPr>
          <p:cNvSpPr/>
          <p:nvPr/>
        </p:nvSpPr>
        <p:spPr>
          <a:xfrm>
            <a:off x="6551385" y="667245"/>
            <a:ext cx="400050" cy="374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like</a:t>
            </a:r>
            <a:endParaRPr lang="ko-KR" altLang="en-US" sz="10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743A59B0-8C49-8F62-7236-73CA60838558}"/>
              </a:ext>
            </a:extLst>
          </p:cNvPr>
          <p:cNvSpPr/>
          <p:nvPr/>
        </p:nvSpPr>
        <p:spPr>
          <a:xfrm>
            <a:off x="6966914" y="1044117"/>
            <a:ext cx="400050" cy="1905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3x16</a:t>
            </a:r>
            <a:endParaRPr lang="ko-KR" altLang="en-US" sz="8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4D3BBA4-0E70-D08E-A2C1-E134BD12F2DA}"/>
              </a:ext>
            </a:extLst>
          </p:cNvPr>
          <p:cNvSpPr txBox="1"/>
          <p:nvPr/>
        </p:nvSpPr>
        <p:spPr>
          <a:xfrm>
            <a:off x="5786233" y="366898"/>
            <a:ext cx="663964" cy="26161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Output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65FD19CB-571B-1418-03DA-B0158906DFE4}"/>
              </a:ext>
            </a:extLst>
          </p:cNvPr>
          <p:cNvSpPr txBox="1"/>
          <p:nvPr/>
        </p:nvSpPr>
        <p:spPr>
          <a:xfrm>
            <a:off x="4483177" y="4154170"/>
            <a:ext cx="916255" cy="16927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500" b="1" dirty="0">
                <a:solidFill>
                  <a:schemeClr val="bg1"/>
                </a:solidFill>
              </a:rPr>
              <a:t>Attention weight</a:t>
            </a:r>
            <a:endParaRPr lang="ko-KR" altLang="en-US" sz="500" b="1" dirty="0">
              <a:solidFill>
                <a:schemeClr val="bg1"/>
              </a:solidFill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4CE773F-C248-9264-A762-648190604585}"/>
              </a:ext>
            </a:extLst>
          </p:cNvPr>
          <p:cNvSpPr txBox="1"/>
          <p:nvPr/>
        </p:nvSpPr>
        <p:spPr>
          <a:xfrm>
            <a:off x="7028104" y="2685100"/>
            <a:ext cx="48057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b="1" dirty="0"/>
              <a:t>Sum(Input + Positional Encoding)</a:t>
            </a:r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r>
              <a:rPr lang="en-US" altLang="ko-KR" sz="1600" b="1" dirty="0"/>
              <a:t>Softmax Result is similarity of tokens</a:t>
            </a:r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/>
            </a:pPr>
            <a:r>
              <a:rPr lang="en-US" altLang="ko-KR" sz="1600" b="1" dirty="0"/>
              <a:t>Input dimension =</a:t>
            </a:r>
          </a:p>
          <a:p>
            <a:r>
              <a:rPr lang="en-US" altLang="ko-KR" sz="1600" b="1" dirty="0"/>
              <a:t>     Number of Multi-Head x Value dimension</a:t>
            </a:r>
          </a:p>
          <a:p>
            <a:pPr marL="342900" indent="-342900">
              <a:buAutoNum type="arabicPeriod"/>
            </a:pPr>
            <a:endParaRPr lang="en-US" altLang="ko-KR" sz="1600" b="1" dirty="0"/>
          </a:p>
          <a:p>
            <a:pPr marL="342900" indent="-342900">
              <a:buAutoNum type="arabicPeriod" startAt="4"/>
            </a:pPr>
            <a:r>
              <a:rPr lang="en-US" altLang="ko-KR" sz="1600" b="1" dirty="0"/>
              <a:t>FFN is usually increasing 4 times dimension</a:t>
            </a:r>
          </a:p>
          <a:p>
            <a:r>
              <a:rPr lang="en-US" altLang="ko-KR" sz="1600" b="1" dirty="0"/>
              <a:t>     and get it back</a:t>
            </a:r>
            <a:endParaRPr lang="ko-KR" altLang="en-US" sz="1600" b="1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181DB68-8864-D051-A592-6A819E2FC3F6}"/>
              </a:ext>
            </a:extLst>
          </p:cNvPr>
          <p:cNvSpPr txBox="1"/>
          <p:nvPr/>
        </p:nvSpPr>
        <p:spPr>
          <a:xfrm>
            <a:off x="226549" y="135158"/>
            <a:ext cx="1164101" cy="40011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Encoder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983E05F8-72F5-C0BA-772B-72DB61827C92}"/>
              </a:ext>
            </a:extLst>
          </p:cNvPr>
          <p:cNvSpPr txBox="1"/>
          <p:nvPr/>
        </p:nvSpPr>
        <p:spPr>
          <a:xfrm rot="19924872">
            <a:off x="3315591" y="3127984"/>
            <a:ext cx="434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580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9C85-39A2-3FB8-4057-A07F9F94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310">
            <a:extLst>
              <a:ext uri="{FF2B5EF4-FFF2-40B4-BE49-F238E27FC236}">
                <a16:creationId xmlns:a16="http://schemas.microsoft.com/office/drawing/2014/main" id="{16408DFD-49DB-7793-C292-0564002F9D82}"/>
              </a:ext>
            </a:extLst>
          </p:cNvPr>
          <p:cNvGrpSpPr/>
          <p:nvPr/>
        </p:nvGrpSpPr>
        <p:grpSpPr>
          <a:xfrm>
            <a:off x="233939" y="366898"/>
            <a:ext cx="7133025" cy="6150732"/>
            <a:chOff x="28199" y="603118"/>
            <a:chExt cx="7133025" cy="61507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368B1C5-EC91-4E7D-0218-B2DD19268AEB}"/>
                </a:ext>
              </a:extLst>
            </p:cNvPr>
            <p:cNvSpPr/>
            <p:nvPr/>
          </p:nvSpPr>
          <p:spPr>
            <a:xfrm>
              <a:off x="784860" y="611124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BOS</a:t>
              </a:r>
              <a:endParaRPr lang="ko-KR" altLang="en-US" sz="1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9D150-69D7-2C46-3680-8670BF59BEFD}"/>
                </a:ext>
              </a:extLst>
            </p:cNvPr>
            <p:cNvSpPr/>
            <p:nvPr/>
          </p:nvSpPr>
          <p:spPr>
            <a:xfrm>
              <a:off x="1584960" y="611124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884C0E-C6A3-B343-FB9B-05746BBC4061}"/>
                </a:ext>
              </a:extLst>
            </p:cNvPr>
            <p:cNvSpPr/>
            <p:nvPr/>
          </p:nvSpPr>
          <p:spPr>
            <a:xfrm>
              <a:off x="1184910" y="611124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AA41F11-6D5A-815D-3B9D-61493E8457F5}"/>
                </a:ext>
              </a:extLst>
            </p:cNvPr>
            <p:cNvSpPr/>
            <p:nvPr/>
          </p:nvSpPr>
          <p:spPr>
            <a:xfrm>
              <a:off x="1597661" y="6492240"/>
              <a:ext cx="400049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3x16</a:t>
              </a:r>
              <a:endParaRPr lang="ko-KR" altLang="en-US" sz="8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634B10E-1F11-F117-8BDA-489E0AA03EFF}"/>
                </a:ext>
              </a:extLst>
            </p:cNvPr>
            <p:cNvSpPr/>
            <p:nvPr/>
          </p:nvSpPr>
          <p:spPr>
            <a:xfrm>
              <a:off x="4114640" y="3075941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17AAFCB-6DE6-1499-8B86-90647B867BA1}"/>
                </a:ext>
              </a:extLst>
            </p:cNvPr>
            <p:cNvSpPr/>
            <p:nvPr/>
          </p:nvSpPr>
          <p:spPr>
            <a:xfrm>
              <a:off x="4914740" y="3075941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B99FBD6-DBD0-0B0B-DC2E-8513468C26CC}"/>
                </a:ext>
              </a:extLst>
            </p:cNvPr>
            <p:cNvSpPr/>
            <p:nvPr/>
          </p:nvSpPr>
          <p:spPr>
            <a:xfrm>
              <a:off x="4514690" y="3075941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E3826C7-13DC-E93B-2321-010627D39593}"/>
                </a:ext>
              </a:extLst>
            </p:cNvPr>
            <p:cNvSpPr/>
            <p:nvPr/>
          </p:nvSpPr>
          <p:spPr>
            <a:xfrm>
              <a:off x="4975184" y="3439479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3x4</a:t>
              </a:r>
              <a:endParaRPr lang="ko-KR" altLang="en-US" sz="800" dirty="0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29A01D6-EBE5-47E9-EB96-5DA003030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4935" y="5863590"/>
              <a:ext cx="0" cy="2476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4460ED17-95BE-AE4A-C452-7074CA3051C2}"/>
                </a:ext>
              </a:extLst>
            </p:cNvPr>
            <p:cNvSpPr/>
            <p:nvPr/>
          </p:nvSpPr>
          <p:spPr>
            <a:xfrm>
              <a:off x="849312" y="3606165"/>
              <a:ext cx="4711700" cy="212090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91BDE7-4465-78DF-03FD-14B50CCB3460}"/>
                </a:ext>
              </a:extLst>
            </p:cNvPr>
            <p:cNvSpPr/>
            <p:nvPr/>
          </p:nvSpPr>
          <p:spPr>
            <a:xfrm>
              <a:off x="1511140" y="2844166"/>
              <a:ext cx="4711700" cy="212090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A3E491B-A0BF-E953-BEFE-48103017CC54}"/>
                </a:ext>
              </a:extLst>
            </p:cNvPr>
            <p:cNvSpPr/>
            <p:nvPr/>
          </p:nvSpPr>
          <p:spPr>
            <a:xfrm>
              <a:off x="4760912" y="230283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8EED579-75C3-1A85-BE27-7E8D66B1998E}"/>
                </a:ext>
              </a:extLst>
            </p:cNvPr>
            <p:cNvSpPr/>
            <p:nvPr/>
          </p:nvSpPr>
          <p:spPr>
            <a:xfrm>
              <a:off x="5561012" y="230283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A64C059-363D-59AC-1C06-B3F28DB5DBED}"/>
                </a:ext>
              </a:extLst>
            </p:cNvPr>
            <p:cNvSpPr/>
            <p:nvPr/>
          </p:nvSpPr>
          <p:spPr>
            <a:xfrm>
              <a:off x="5160962" y="2302830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6BD56A73-1E99-6113-449A-E500DEEF2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7815" y="2666366"/>
              <a:ext cx="0" cy="2476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3C96C3BC-164E-61DD-D2FC-BEF25232A5EC}"/>
                </a:ext>
              </a:extLst>
            </p:cNvPr>
            <p:cNvSpPr/>
            <p:nvPr/>
          </p:nvSpPr>
          <p:spPr>
            <a:xfrm>
              <a:off x="5624115" y="2672082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3x4</a:t>
              </a:r>
              <a:endParaRPr lang="ko-KR" altLang="en-US" sz="800" dirty="0"/>
            </a:p>
          </p:txBody>
        </p: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F9778990-5300-E48C-57E5-FA0F42EC2C04}"/>
                </a:ext>
              </a:extLst>
            </p:cNvPr>
            <p:cNvCxnSpPr>
              <a:cxnSpLocks/>
              <a:endCxn id="257" idx="3"/>
            </p:cNvCxnSpPr>
            <p:nvPr/>
          </p:nvCxnSpPr>
          <p:spPr>
            <a:xfrm flipH="1" flipV="1">
              <a:off x="4446747" y="1904367"/>
              <a:ext cx="528437" cy="3984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7CCD6354-1D53-4230-9ACE-B95041023499}"/>
                </a:ext>
              </a:extLst>
            </p:cNvPr>
            <p:cNvCxnSpPr>
              <a:cxnSpLocks/>
              <a:endCxn id="257" idx="3"/>
            </p:cNvCxnSpPr>
            <p:nvPr/>
          </p:nvCxnSpPr>
          <p:spPr>
            <a:xfrm flipV="1">
              <a:off x="4277437" y="1904367"/>
              <a:ext cx="169310" cy="11715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4BCCD49-6052-990E-FB0F-86FBD8710A65}"/>
                </a:ext>
              </a:extLst>
            </p:cNvPr>
            <p:cNvSpPr/>
            <p:nvPr/>
          </p:nvSpPr>
          <p:spPr>
            <a:xfrm>
              <a:off x="1111090" y="4153853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Q</a:t>
              </a:r>
              <a:endParaRPr lang="ko-KR" altLang="en-US" sz="1000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A60BBFB-C50D-BA27-A129-E797EF808695}"/>
                </a:ext>
              </a:extLst>
            </p:cNvPr>
            <p:cNvSpPr/>
            <p:nvPr/>
          </p:nvSpPr>
          <p:spPr>
            <a:xfrm>
              <a:off x="1111090" y="3531553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K</a:t>
              </a:r>
              <a:endParaRPr lang="ko-KR" altLang="en-US" sz="1000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6049602F-6DF0-C7F8-A054-51874E572432}"/>
                </a:ext>
              </a:extLst>
            </p:cNvPr>
            <p:cNvSpPr/>
            <p:nvPr/>
          </p:nvSpPr>
          <p:spPr>
            <a:xfrm>
              <a:off x="1111090" y="2909253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V</a:t>
              </a:r>
              <a:endParaRPr lang="ko-KR" altLang="en-US" sz="1000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0E7FF7C-E926-E189-29C5-3210656857DC}"/>
                </a:ext>
              </a:extLst>
            </p:cNvPr>
            <p:cNvSpPr/>
            <p:nvPr/>
          </p:nvSpPr>
          <p:spPr>
            <a:xfrm>
              <a:off x="1158715" y="4525328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8x5</a:t>
              </a:r>
              <a:endParaRPr lang="ko-KR" altLang="en-US" sz="800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E0EE427-8766-FC90-E501-9D59D6BAE596}"/>
                </a:ext>
              </a:extLst>
            </p:cNvPr>
            <p:cNvSpPr/>
            <p:nvPr/>
          </p:nvSpPr>
          <p:spPr>
            <a:xfrm>
              <a:off x="1158715" y="3912553"/>
              <a:ext cx="35242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8x5</a:t>
              </a:r>
              <a:endParaRPr lang="ko-KR" altLang="en-US" sz="800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A3B7B5E8-2BFF-AEDE-01BB-9E4AB0C80DA4}"/>
                </a:ext>
              </a:extLst>
            </p:cNvPr>
            <p:cNvSpPr/>
            <p:nvPr/>
          </p:nvSpPr>
          <p:spPr>
            <a:xfrm>
              <a:off x="1076326" y="3290253"/>
              <a:ext cx="434814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16x4</a:t>
              </a:r>
              <a:endParaRPr lang="ko-KR" altLang="en-US" sz="800" dirty="0"/>
            </a:p>
          </p:txBody>
        </p: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6DC9A240-180E-1E8B-C0F6-0C2FF1DDF35F}"/>
                </a:ext>
              </a:extLst>
            </p:cNvPr>
            <p:cNvGrpSpPr/>
            <p:nvPr/>
          </p:nvGrpSpPr>
          <p:grpSpPr>
            <a:xfrm>
              <a:off x="251159" y="3450591"/>
              <a:ext cx="5126656" cy="2414904"/>
              <a:chOff x="6732602" y="3574734"/>
              <a:chExt cx="5126656" cy="2414904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9C202275-683C-32FC-7A5F-FB28DACBF8A7}"/>
                  </a:ext>
                </a:extLst>
              </p:cNvPr>
              <p:cNvSpPr/>
              <p:nvPr/>
            </p:nvSpPr>
            <p:spPr>
              <a:xfrm>
                <a:off x="7147558" y="3868738"/>
                <a:ext cx="4711700" cy="21209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9FD4914B-8A99-1C53-F5A4-A3ECFC6574D8}"/>
                  </a:ext>
                </a:extLst>
              </p:cNvPr>
              <p:cNvSpPr/>
              <p:nvPr/>
            </p:nvSpPr>
            <p:spPr>
              <a:xfrm>
                <a:off x="6747508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Q</a:t>
                </a:r>
                <a:endParaRPr lang="ko-KR" altLang="en-US" sz="1000" dirty="0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06C91D92-5F27-21C5-1AF7-7150E8C79979}"/>
                  </a:ext>
                </a:extLst>
              </p:cNvPr>
              <p:cNvSpPr/>
              <p:nvPr/>
            </p:nvSpPr>
            <p:spPr>
              <a:xfrm>
                <a:off x="6747508" y="47196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K</a:t>
                </a:r>
                <a:endParaRPr lang="ko-KR" altLang="en-US" sz="1000" dirty="0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8F152C19-43ED-7740-2DC2-B290957BCCB2}"/>
                  </a:ext>
                </a:extLst>
              </p:cNvPr>
              <p:cNvSpPr/>
              <p:nvPr/>
            </p:nvSpPr>
            <p:spPr>
              <a:xfrm>
                <a:off x="6747508" y="40973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V</a:t>
                </a:r>
                <a:endParaRPr lang="ko-KR" altLang="en-US" sz="1000" dirty="0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2E6A144-22A0-A394-66A7-3C11115C1BCB}"/>
                  </a:ext>
                </a:extLst>
              </p:cNvPr>
              <p:cNvSpPr/>
              <p:nvPr/>
            </p:nvSpPr>
            <p:spPr>
              <a:xfrm>
                <a:off x="7347583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B5642105-8D32-F228-7B91-F24E8E06820D}"/>
                  </a:ext>
                </a:extLst>
              </p:cNvPr>
              <p:cNvSpPr/>
              <p:nvPr/>
            </p:nvSpPr>
            <p:spPr>
              <a:xfrm>
                <a:off x="8147683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CE09A6AE-FF28-EE9F-84F9-C9A7E21F3D96}"/>
                  </a:ext>
                </a:extLst>
              </p:cNvPr>
              <p:cNvSpPr/>
              <p:nvPr/>
            </p:nvSpPr>
            <p:spPr>
              <a:xfrm>
                <a:off x="7747633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416D2175-8C13-C622-5F11-82DBC28F8A30}"/>
                  </a:ext>
                </a:extLst>
              </p:cNvPr>
              <p:cNvCxnSpPr>
                <a:endCxn id="211" idx="1"/>
              </p:cNvCxnSpPr>
              <p:nvPr/>
            </p:nvCxnSpPr>
            <p:spPr>
              <a:xfrm flipV="1">
                <a:off x="7147558" y="5529263"/>
                <a:ext cx="200025" cy="31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E1606A5C-29F2-8348-AFA3-CAD0D917B2F7}"/>
                  </a:ext>
                </a:extLst>
              </p:cNvPr>
              <p:cNvCxnSpPr>
                <a:cxnSpLocks/>
                <a:endCxn id="216" idx="1"/>
              </p:cNvCxnSpPr>
              <p:nvPr/>
            </p:nvCxnSpPr>
            <p:spPr>
              <a:xfrm>
                <a:off x="8547733" y="5529263"/>
                <a:ext cx="2619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5FCFBEC9-F720-51E8-0D1F-3204D93B4049}"/>
                  </a:ext>
                </a:extLst>
              </p:cNvPr>
              <p:cNvSpPr/>
              <p:nvPr/>
            </p:nvSpPr>
            <p:spPr>
              <a:xfrm>
                <a:off x="8809670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Q</a:t>
                </a:r>
              </a:p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8F3F291-CBD6-9093-27EC-E114DF9A382E}"/>
                  </a:ext>
                </a:extLst>
              </p:cNvPr>
              <p:cNvSpPr/>
              <p:nvPr/>
            </p:nvSpPr>
            <p:spPr>
              <a:xfrm>
                <a:off x="9609770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Q</a:t>
                </a:r>
              </a:p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722A3E3D-9EF9-2009-2139-AC4BFCAC9534}"/>
                  </a:ext>
                </a:extLst>
              </p:cNvPr>
              <p:cNvSpPr/>
              <p:nvPr/>
            </p:nvSpPr>
            <p:spPr>
              <a:xfrm>
                <a:off x="9209720" y="534193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Q</a:t>
                </a:r>
              </a:p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CF4057A-26BF-B2FC-01EB-72F50DAC4442}"/>
                  </a:ext>
                </a:extLst>
              </p:cNvPr>
              <p:cNvSpPr/>
              <p:nvPr/>
            </p:nvSpPr>
            <p:spPr>
              <a:xfrm>
                <a:off x="7347583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84F50798-A192-24D1-BAB8-5BDE3BA35775}"/>
                  </a:ext>
                </a:extLst>
              </p:cNvPr>
              <p:cNvSpPr/>
              <p:nvPr/>
            </p:nvSpPr>
            <p:spPr>
              <a:xfrm>
                <a:off x="8147683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F2DC2FFE-88FE-1938-63BF-9CFF4AC3F2E1}"/>
                  </a:ext>
                </a:extLst>
              </p:cNvPr>
              <p:cNvSpPr/>
              <p:nvPr/>
            </p:nvSpPr>
            <p:spPr>
              <a:xfrm>
                <a:off x="7747633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00C23C2F-F332-815C-109B-A920E4BF5766}"/>
                  </a:ext>
                </a:extLst>
              </p:cNvPr>
              <p:cNvCxnSpPr>
                <a:endCxn id="219" idx="1"/>
              </p:cNvCxnSpPr>
              <p:nvPr/>
            </p:nvCxnSpPr>
            <p:spPr>
              <a:xfrm flipV="1">
                <a:off x="7147558" y="4897438"/>
                <a:ext cx="200025" cy="31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>
                <a:extLst>
                  <a:ext uri="{FF2B5EF4-FFF2-40B4-BE49-F238E27FC236}">
                    <a16:creationId xmlns:a16="http://schemas.microsoft.com/office/drawing/2014/main" id="{34C55340-DDE2-952C-7864-DE201001283B}"/>
                  </a:ext>
                </a:extLst>
              </p:cNvPr>
              <p:cNvCxnSpPr>
                <a:cxnSpLocks/>
                <a:endCxn id="224" idx="1"/>
              </p:cNvCxnSpPr>
              <p:nvPr/>
            </p:nvCxnSpPr>
            <p:spPr>
              <a:xfrm>
                <a:off x="8547733" y="4897438"/>
                <a:ext cx="2619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F3CFE5EF-2D1D-AB91-0442-1AD9E6EBE5C0}"/>
                  </a:ext>
                </a:extLst>
              </p:cNvPr>
              <p:cNvSpPr/>
              <p:nvPr/>
            </p:nvSpPr>
            <p:spPr>
              <a:xfrm>
                <a:off x="8809670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K</a:t>
                </a:r>
              </a:p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2A330215-F175-2CA4-3664-99E7728652F1}"/>
                  </a:ext>
                </a:extLst>
              </p:cNvPr>
              <p:cNvSpPr/>
              <p:nvPr/>
            </p:nvSpPr>
            <p:spPr>
              <a:xfrm>
                <a:off x="9609770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K</a:t>
                </a:r>
              </a:p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FC9D5B73-B2FC-923A-D399-348698DEAEFE}"/>
                  </a:ext>
                </a:extLst>
              </p:cNvPr>
              <p:cNvSpPr/>
              <p:nvPr/>
            </p:nvSpPr>
            <p:spPr>
              <a:xfrm>
                <a:off x="9209720" y="4710113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K</a:t>
                </a:r>
              </a:p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91558FF-9BF3-00E6-8C4A-77BE90E22211}"/>
                  </a:ext>
                </a:extLst>
              </p:cNvPr>
              <p:cNvSpPr/>
              <p:nvPr/>
            </p:nvSpPr>
            <p:spPr>
              <a:xfrm>
                <a:off x="6732603" y="5713413"/>
                <a:ext cx="41495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16x4</a:t>
                </a:r>
                <a:endParaRPr lang="ko-KR" altLang="en-US" sz="800" dirty="0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92C18C75-55C8-E6D6-23AD-B036BBA4F02E}"/>
                  </a:ext>
                </a:extLst>
              </p:cNvPr>
              <p:cNvSpPr/>
              <p:nvPr/>
            </p:nvSpPr>
            <p:spPr>
              <a:xfrm>
                <a:off x="6732603" y="5100638"/>
                <a:ext cx="41495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16x4</a:t>
                </a:r>
                <a:endParaRPr lang="ko-KR" altLang="en-US" sz="800" dirty="0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D3EE204C-B816-C5D5-120C-393CB9D3DB92}"/>
                  </a:ext>
                </a:extLst>
              </p:cNvPr>
              <p:cNvSpPr/>
              <p:nvPr/>
            </p:nvSpPr>
            <p:spPr>
              <a:xfrm>
                <a:off x="6732602" y="4478338"/>
                <a:ext cx="41495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16x4</a:t>
                </a:r>
                <a:endParaRPr lang="ko-KR" altLang="en-US" sz="800" dirty="0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A5BA921F-DC0D-4810-FEE7-163EC8B03C30}"/>
                  </a:ext>
                </a:extLst>
              </p:cNvPr>
              <p:cNvSpPr/>
              <p:nvPr/>
            </p:nvSpPr>
            <p:spPr>
              <a:xfrm>
                <a:off x="9666919" y="5713413"/>
                <a:ext cx="35242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3x4</a:t>
                </a:r>
                <a:endParaRPr lang="ko-KR" altLang="en-US" sz="800" dirty="0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CEDD3133-AA54-D97A-B0AC-59948D779268}"/>
                  </a:ext>
                </a:extLst>
              </p:cNvPr>
              <p:cNvSpPr/>
              <p:nvPr/>
            </p:nvSpPr>
            <p:spPr>
              <a:xfrm>
                <a:off x="9663745" y="5087938"/>
                <a:ext cx="35242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3x4</a:t>
                </a:r>
                <a:endParaRPr lang="ko-KR" altLang="en-US" sz="800" dirty="0"/>
              </a:p>
            </p:txBody>
          </p: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D98C93EC-268D-F6BE-CF1F-7A686E79BB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16170" y="4897438"/>
                <a:ext cx="446088" cy="3111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41AD46F2-9713-ADD5-B264-F62EFF9165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09820" y="5208588"/>
                <a:ext cx="452438" cy="320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947D1CC7-1342-A85C-B0D7-12B4F200A611}"/>
                  </a:ext>
                </a:extLst>
              </p:cNvPr>
              <p:cNvSpPr/>
              <p:nvPr/>
            </p:nvSpPr>
            <p:spPr>
              <a:xfrm>
                <a:off x="10358276" y="4573588"/>
                <a:ext cx="35242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3x3</a:t>
                </a:r>
                <a:endParaRPr lang="ko-KR" altLang="en-US" sz="800" dirty="0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5035C418-3EEF-1DF7-87AC-273193C861E1}"/>
                  </a:ext>
                </a:extLst>
              </p:cNvPr>
              <p:cNvSpPr/>
              <p:nvPr/>
            </p:nvSpPr>
            <p:spPr>
              <a:xfrm>
                <a:off x="10710701" y="4706937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I</a:t>
                </a:r>
                <a:endParaRPr lang="ko-KR" altLang="en-US" sz="600" dirty="0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9BEC6246-2AEB-2CD8-3A96-461DBB3C50F0}"/>
                  </a:ext>
                </a:extLst>
              </p:cNvPr>
              <p:cNvSpPr/>
              <p:nvPr/>
            </p:nvSpPr>
            <p:spPr>
              <a:xfrm>
                <a:off x="11333001" y="4706937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you</a:t>
                </a:r>
                <a:endParaRPr lang="ko-KR" altLang="en-US" sz="600" dirty="0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2CF72B22-2BD3-503F-68DE-9CF2575EC0F9}"/>
                  </a:ext>
                </a:extLst>
              </p:cNvPr>
              <p:cNvSpPr/>
              <p:nvPr/>
            </p:nvSpPr>
            <p:spPr>
              <a:xfrm>
                <a:off x="11021851" y="4706937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like</a:t>
                </a:r>
                <a:endParaRPr lang="ko-KR" altLang="en-US" sz="600" dirty="0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9A4B9B2B-D168-6B1B-10B0-21B3168EC00D}"/>
                  </a:ext>
                </a:extLst>
              </p:cNvPr>
              <p:cNvSpPr/>
              <p:nvPr/>
            </p:nvSpPr>
            <p:spPr>
              <a:xfrm rot="16200000">
                <a:off x="10458289" y="4955380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I</a:t>
                </a:r>
                <a:endParaRPr lang="ko-KR" altLang="en-US" sz="600" dirty="0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E1B927E-094C-0193-03A4-240A9FD21BC6}"/>
                  </a:ext>
                </a:extLst>
              </p:cNvPr>
              <p:cNvSpPr/>
              <p:nvPr/>
            </p:nvSpPr>
            <p:spPr>
              <a:xfrm rot="16200000">
                <a:off x="10458290" y="5581650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you</a:t>
                </a:r>
                <a:endParaRPr lang="ko-KR" altLang="en-US" sz="600" dirty="0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2F9BEFAE-015E-D158-4402-002245A030B9}"/>
                  </a:ext>
                </a:extLst>
              </p:cNvPr>
              <p:cNvSpPr/>
              <p:nvPr/>
            </p:nvSpPr>
            <p:spPr>
              <a:xfrm rot="16200000">
                <a:off x="10458290" y="5272879"/>
                <a:ext cx="315912" cy="1809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like</a:t>
                </a:r>
                <a:endParaRPr lang="ko-KR" altLang="en-US" sz="600" dirty="0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B2B7B10F-B42B-6682-EAAC-73B6B95343E6}"/>
                  </a:ext>
                </a:extLst>
              </p:cNvPr>
              <p:cNvSpPr/>
              <p:nvPr/>
            </p:nvSpPr>
            <p:spPr>
              <a:xfrm>
                <a:off x="10928190" y="5086351"/>
                <a:ext cx="556418" cy="4984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Softmax</a:t>
                </a:r>
                <a:endParaRPr lang="ko-KR" altLang="en-US" sz="600" dirty="0"/>
              </a:p>
            </p:txBody>
          </p: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E1EB26DF-A404-0315-D0C4-C8A7460429F0}"/>
                  </a:ext>
                </a:extLst>
              </p:cNvPr>
              <p:cNvCxnSpPr>
                <a:cxnSpLocks/>
                <a:stCxn id="304" idx="0"/>
                <a:endCxn id="87" idx="2"/>
              </p:cNvCxnSpPr>
              <p:nvPr/>
            </p:nvCxnSpPr>
            <p:spPr>
              <a:xfrm flipH="1" flipV="1">
                <a:off x="11196158" y="3574734"/>
                <a:ext cx="20850" cy="939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0D98A75C-73C9-FABE-C098-0F828E62C9E7}"/>
                  </a:ext>
                </a:extLst>
              </p:cNvPr>
              <p:cNvSpPr/>
              <p:nvPr/>
            </p:nvSpPr>
            <p:spPr>
              <a:xfrm>
                <a:off x="7353933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0AAF022A-6027-1D47-B9BE-B75C0F7A329A}"/>
                  </a:ext>
                </a:extLst>
              </p:cNvPr>
              <p:cNvSpPr/>
              <p:nvPr/>
            </p:nvSpPr>
            <p:spPr>
              <a:xfrm>
                <a:off x="8154033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49EB2890-F3D0-4171-5DB3-B3D53EF1AD2D}"/>
                  </a:ext>
                </a:extLst>
              </p:cNvPr>
              <p:cNvSpPr/>
              <p:nvPr/>
            </p:nvSpPr>
            <p:spPr>
              <a:xfrm>
                <a:off x="7753983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5137DF27-D0F8-EEA2-3B32-7BE5C5B6858A}"/>
                  </a:ext>
                </a:extLst>
              </p:cNvPr>
              <p:cNvCxnSpPr>
                <a:endCxn id="243" idx="1"/>
              </p:cNvCxnSpPr>
              <p:nvPr/>
            </p:nvCxnSpPr>
            <p:spPr>
              <a:xfrm flipV="1">
                <a:off x="7153908" y="4291013"/>
                <a:ext cx="200025" cy="31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1C4554B4-358F-ABB9-8AE0-8F1C76D0210D}"/>
                  </a:ext>
                </a:extLst>
              </p:cNvPr>
              <p:cNvCxnSpPr>
                <a:cxnSpLocks/>
                <a:endCxn id="248" idx="1"/>
              </p:cNvCxnSpPr>
              <p:nvPr/>
            </p:nvCxnSpPr>
            <p:spPr>
              <a:xfrm>
                <a:off x="8554083" y="4291013"/>
                <a:ext cx="2619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B1D2CDBB-8B00-DF1C-3E2B-CE46353AC136}"/>
                  </a:ext>
                </a:extLst>
              </p:cNvPr>
              <p:cNvSpPr/>
              <p:nvPr/>
            </p:nvSpPr>
            <p:spPr>
              <a:xfrm>
                <a:off x="8816020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V</a:t>
                </a:r>
              </a:p>
              <a:p>
                <a:pPr algn="ctr"/>
                <a:r>
                  <a:rPr lang="en-US" altLang="ko-KR" sz="1000" dirty="0"/>
                  <a:t>I</a:t>
                </a:r>
                <a:endParaRPr lang="ko-KR" altLang="en-US" sz="1000" dirty="0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03304A73-BDC0-4097-4D87-5C54219A7EF1}"/>
                  </a:ext>
                </a:extLst>
              </p:cNvPr>
              <p:cNvSpPr/>
              <p:nvPr/>
            </p:nvSpPr>
            <p:spPr>
              <a:xfrm>
                <a:off x="9616120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V</a:t>
                </a:r>
              </a:p>
              <a:p>
                <a:pPr algn="ctr"/>
                <a:r>
                  <a:rPr lang="en-US" altLang="ko-KR" sz="1000" dirty="0"/>
                  <a:t>you</a:t>
                </a:r>
                <a:endParaRPr lang="ko-KR" altLang="en-US" sz="1000" dirty="0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3BD56C9-AEEE-F39C-A7C7-87A9DB053773}"/>
                  </a:ext>
                </a:extLst>
              </p:cNvPr>
              <p:cNvSpPr/>
              <p:nvPr/>
            </p:nvSpPr>
            <p:spPr>
              <a:xfrm>
                <a:off x="9216070" y="4103688"/>
                <a:ext cx="400050" cy="37465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/>
                  <a:t>V</a:t>
                </a:r>
              </a:p>
              <a:p>
                <a:pPr algn="ctr"/>
                <a:r>
                  <a:rPr lang="en-US" altLang="ko-KR" sz="1000" dirty="0"/>
                  <a:t>like</a:t>
                </a:r>
                <a:endParaRPr lang="ko-KR" altLang="en-US" sz="1000" dirty="0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87083B7D-4295-768C-C622-13E6AB827C98}"/>
                  </a:ext>
                </a:extLst>
              </p:cNvPr>
              <p:cNvSpPr/>
              <p:nvPr/>
            </p:nvSpPr>
            <p:spPr>
              <a:xfrm>
                <a:off x="9663745" y="4484688"/>
                <a:ext cx="352425" cy="190500"/>
              </a:xfrm>
              <a:prstGeom prst="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/>
                  <a:t>3x4</a:t>
                </a:r>
                <a:endParaRPr lang="ko-KR" altLang="en-US" sz="800" dirty="0"/>
              </a:p>
            </p:txBody>
          </p: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2F8BE267-53FA-E1CD-E1C8-8AACB7E80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16170" y="4284663"/>
                <a:ext cx="117623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7B9A963F-D343-6C32-E103-F73A6B769380}"/>
                </a:ext>
              </a:extLst>
            </p:cNvPr>
            <p:cNvSpPr/>
            <p:nvPr/>
          </p:nvSpPr>
          <p:spPr>
            <a:xfrm>
              <a:off x="3912749" y="2088517"/>
              <a:ext cx="533998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3x(4x4)</a:t>
              </a:r>
              <a:endParaRPr lang="ko-KR" altLang="en-US" sz="800" dirty="0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D8C9C3B-EF00-B570-5E47-FEB663721D5E}"/>
                </a:ext>
              </a:extLst>
            </p:cNvPr>
            <p:cNvSpPr/>
            <p:nvPr/>
          </p:nvSpPr>
          <p:spPr>
            <a:xfrm>
              <a:off x="3584178" y="1717042"/>
              <a:ext cx="862569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concat</a:t>
              </a:r>
              <a:endParaRPr lang="ko-KR" altLang="en-US" sz="1000" dirty="0"/>
            </a:p>
          </p:txBody>
        </p: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15E5445F-4046-0A17-ECCA-748A8860C35B}"/>
                </a:ext>
              </a:extLst>
            </p:cNvPr>
            <p:cNvCxnSpPr>
              <a:cxnSpLocks/>
              <a:stCxn id="257" idx="1"/>
            </p:cNvCxnSpPr>
            <p:nvPr/>
          </p:nvCxnSpPr>
          <p:spPr>
            <a:xfrm flipH="1" flipV="1">
              <a:off x="2072640" y="1895319"/>
              <a:ext cx="1511538" cy="9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F7C4C16D-DBCE-71DD-0AC9-5A0A818A369E}"/>
                </a:ext>
              </a:extLst>
            </p:cNvPr>
            <p:cNvSpPr/>
            <p:nvPr/>
          </p:nvSpPr>
          <p:spPr>
            <a:xfrm>
              <a:off x="2707162" y="1713867"/>
              <a:ext cx="400050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O</a:t>
              </a:r>
              <a:endParaRPr lang="ko-KR" altLang="en-US" sz="1000" dirty="0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C06D902-DD2E-C523-38C7-691B87E260C4}"/>
                </a:ext>
              </a:extLst>
            </p:cNvPr>
            <p:cNvSpPr/>
            <p:nvPr/>
          </p:nvSpPr>
          <p:spPr>
            <a:xfrm>
              <a:off x="2471338" y="2095343"/>
              <a:ext cx="649526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16x(4x4)</a:t>
              </a:r>
              <a:endParaRPr lang="ko-KR" altLang="en-US" sz="800" dirty="0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C243A06E-82E4-16FC-62E9-A27509D8D6A4}"/>
                </a:ext>
              </a:extLst>
            </p:cNvPr>
            <p:cNvSpPr/>
            <p:nvPr/>
          </p:nvSpPr>
          <p:spPr>
            <a:xfrm>
              <a:off x="882432" y="1695136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1A418816-EF13-F7E9-C144-A3CF590299B2}"/>
                </a:ext>
              </a:extLst>
            </p:cNvPr>
            <p:cNvSpPr/>
            <p:nvPr/>
          </p:nvSpPr>
          <p:spPr>
            <a:xfrm>
              <a:off x="1682532" y="1695136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CC8F2D5F-E8F2-80CE-16D0-854209A58E4A}"/>
                </a:ext>
              </a:extLst>
            </p:cNvPr>
            <p:cNvSpPr/>
            <p:nvPr/>
          </p:nvSpPr>
          <p:spPr>
            <a:xfrm>
              <a:off x="1282482" y="1695136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E1FE178C-F859-909F-B7A7-83A93D3F97AD}"/>
                </a:ext>
              </a:extLst>
            </p:cNvPr>
            <p:cNvSpPr/>
            <p:nvPr/>
          </p:nvSpPr>
          <p:spPr>
            <a:xfrm>
              <a:off x="1698011" y="2072008"/>
              <a:ext cx="400049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3x16</a:t>
              </a:r>
              <a:endParaRPr lang="ko-KR" altLang="en-US" sz="800" dirty="0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2A4627EF-EBBF-72D1-77B4-DBA2086FE888}"/>
                </a:ext>
              </a:extLst>
            </p:cNvPr>
            <p:cNvSpPr txBox="1"/>
            <p:nvPr/>
          </p:nvSpPr>
          <p:spPr>
            <a:xfrm rot="20350822">
              <a:off x="28199" y="2672795"/>
              <a:ext cx="1909497" cy="26161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Multi-Head Attention X 4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A0A68E88-0E36-0ACE-F3D4-085113E09E19}"/>
                </a:ext>
              </a:extLst>
            </p:cNvPr>
            <p:cNvSpPr txBox="1"/>
            <p:nvPr/>
          </p:nvSpPr>
          <p:spPr>
            <a:xfrm>
              <a:off x="252812" y="1378594"/>
              <a:ext cx="1058303" cy="26161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MHA Output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A752CF78-DD34-89D4-CBED-D53BC426B9BC}"/>
                </a:ext>
              </a:extLst>
            </p:cNvPr>
            <p:cNvSpPr txBox="1"/>
            <p:nvPr/>
          </p:nvSpPr>
          <p:spPr>
            <a:xfrm>
              <a:off x="2073532" y="6492240"/>
              <a:ext cx="543739" cy="26161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Input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397EBC5E-F293-E163-2453-F13B3E1B44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4935" y="5987415"/>
              <a:ext cx="1086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F91D636-549F-FFC5-4410-8EC6E931BBC3}"/>
                </a:ext>
              </a:extLst>
            </p:cNvPr>
            <p:cNvSpPr/>
            <p:nvPr/>
          </p:nvSpPr>
          <p:spPr>
            <a:xfrm>
              <a:off x="2459315" y="5918518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1</a:t>
              </a:r>
              <a:endParaRPr lang="ko-KR" altLang="en-US" sz="600" dirty="0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8C32A54-B43E-E680-3549-9716BAE85FFB}"/>
                </a:ext>
              </a:extLst>
            </p:cNvPr>
            <p:cNvSpPr/>
            <p:nvPr/>
          </p:nvSpPr>
          <p:spPr>
            <a:xfrm>
              <a:off x="3081615" y="5918518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3</a:t>
              </a:r>
              <a:endParaRPr lang="ko-KR" altLang="en-US" sz="600" dirty="0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7815997F-3C1C-3E82-3AE9-0EB116E339F2}"/>
                </a:ext>
              </a:extLst>
            </p:cNvPr>
            <p:cNvSpPr/>
            <p:nvPr/>
          </p:nvSpPr>
          <p:spPr>
            <a:xfrm>
              <a:off x="2770465" y="5918518"/>
              <a:ext cx="315912" cy="1809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2</a:t>
              </a:r>
              <a:endParaRPr lang="ko-KR" altLang="en-US" sz="600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FD963535-9267-1537-33FC-8952AEFA36E0}"/>
                </a:ext>
              </a:extLst>
            </p:cNvPr>
            <p:cNvSpPr/>
            <p:nvPr/>
          </p:nvSpPr>
          <p:spPr>
            <a:xfrm>
              <a:off x="3014186" y="6103620"/>
              <a:ext cx="401598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3x16</a:t>
              </a:r>
              <a:endParaRPr lang="ko-KR" altLang="en-US" sz="800" dirty="0"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19D05502-1278-2F72-F842-E4C323867B47}"/>
                </a:ext>
              </a:extLst>
            </p:cNvPr>
            <p:cNvSpPr txBox="1"/>
            <p:nvPr/>
          </p:nvSpPr>
          <p:spPr>
            <a:xfrm>
              <a:off x="3450207" y="6107113"/>
              <a:ext cx="1516762" cy="26161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Positional Encoding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AB5A8D09-B308-5F94-1318-9DE8764D0675}"/>
                </a:ext>
              </a:extLst>
            </p:cNvPr>
            <p:cNvCxnSpPr>
              <a:cxnSpLocks/>
              <a:stCxn id="269" idx="0"/>
            </p:cNvCxnSpPr>
            <p:nvPr/>
          </p:nvCxnSpPr>
          <p:spPr>
            <a:xfrm flipV="1">
              <a:off x="1482507" y="1071407"/>
              <a:ext cx="0" cy="6237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2236E470-5E7B-3FA6-2F0A-8DE2177A92D1}"/>
                </a:ext>
              </a:extLst>
            </p:cNvPr>
            <p:cNvSpPr/>
            <p:nvPr/>
          </p:nvSpPr>
          <p:spPr>
            <a:xfrm>
              <a:off x="976630" y="889965"/>
              <a:ext cx="1020558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Residual + Layer Norm</a:t>
              </a:r>
              <a:endParaRPr lang="ko-KR" altLang="en-US" sz="1000" dirty="0"/>
            </a:p>
          </p:txBody>
        </p: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8270F5C3-0641-393E-7941-2A6FFE9FF2EB}"/>
                </a:ext>
              </a:extLst>
            </p:cNvPr>
            <p:cNvCxnSpPr>
              <a:cxnSpLocks/>
            </p:cNvCxnSpPr>
            <p:nvPr/>
          </p:nvCxnSpPr>
          <p:spPr>
            <a:xfrm>
              <a:off x="2010121" y="1071407"/>
              <a:ext cx="5677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FE7B3FDA-6F7D-F590-6CD6-4FDC1FC53DD7}"/>
                </a:ext>
              </a:extLst>
            </p:cNvPr>
            <p:cNvSpPr/>
            <p:nvPr/>
          </p:nvSpPr>
          <p:spPr>
            <a:xfrm>
              <a:off x="2577900" y="914098"/>
              <a:ext cx="1228477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FFN</a:t>
              </a:r>
              <a:endParaRPr lang="ko-KR" altLang="en-US" sz="1000" dirty="0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B9ACF00-D292-0832-611E-3ECDA2ECD055}"/>
                </a:ext>
              </a:extLst>
            </p:cNvPr>
            <p:cNvSpPr/>
            <p:nvPr/>
          </p:nvSpPr>
          <p:spPr>
            <a:xfrm>
              <a:off x="2577900" y="1296576"/>
              <a:ext cx="436286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3x64</a:t>
              </a:r>
              <a:endParaRPr lang="ko-KR" altLang="en-US" sz="800" dirty="0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9A681A87-9EFD-1BE2-3726-49229CABE431}"/>
                </a:ext>
              </a:extLst>
            </p:cNvPr>
            <p:cNvSpPr/>
            <p:nvPr/>
          </p:nvSpPr>
          <p:spPr>
            <a:xfrm>
              <a:off x="3373733" y="1296576"/>
              <a:ext cx="436285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3x16</a:t>
              </a:r>
              <a:endParaRPr lang="ko-KR" altLang="en-US" sz="800" dirty="0"/>
            </a:p>
          </p:txBody>
        </p: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B9FBA2D8-4869-BC83-B484-99D07830364B}"/>
                </a:ext>
              </a:extLst>
            </p:cNvPr>
            <p:cNvCxnSpPr>
              <a:cxnSpLocks/>
            </p:cNvCxnSpPr>
            <p:nvPr/>
          </p:nvCxnSpPr>
          <p:spPr>
            <a:xfrm>
              <a:off x="3806377" y="1090790"/>
              <a:ext cx="5677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8CF7D069-30EB-CF0C-D4AF-C2190FBB135F}"/>
                </a:ext>
              </a:extLst>
            </p:cNvPr>
            <p:cNvSpPr/>
            <p:nvPr/>
          </p:nvSpPr>
          <p:spPr>
            <a:xfrm>
              <a:off x="4362092" y="884082"/>
              <a:ext cx="1020558" cy="37465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Residual + Layer Norm</a:t>
              </a:r>
              <a:endParaRPr lang="ko-KR" altLang="en-US" sz="1000" dirty="0"/>
            </a:p>
          </p:txBody>
        </p: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8D603E40-8044-7129-A124-6E5CAE859D06}"/>
                </a:ext>
              </a:extLst>
            </p:cNvPr>
            <p:cNvCxnSpPr>
              <a:cxnSpLocks/>
            </p:cNvCxnSpPr>
            <p:nvPr/>
          </p:nvCxnSpPr>
          <p:spPr>
            <a:xfrm>
              <a:off x="5377815" y="1079693"/>
              <a:ext cx="5677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BCC0E9A-C7BC-03FC-95B8-689DC128940D}"/>
                </a:ext>
              </a:extLst>
            </p:cNvPr>
            <p:cNvSpPr/>
            <p:nvPr/>
          </p:nvSpPr>
          <p:spPr>
            <a:xfrm>
              <a:off x="5945595" y="903465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I</a:t>
              </a:r>
              <a:endParaRPr lang="ko-KR" altLang="en-US" sz="1000" dirty="0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F48788AE-89AC-8BE4-3413-658C43183AEB}"/>
                </a:ext>
              </a:extLst>
            </p:cNvPr>
            <p:cNvSpPr/>
            <p:nvPr/>
          </p:nvSpPr>
          <p:spPr>
            <a:xfrm>
              <a:off x="6745695" y="903465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you</a:t>
              </a:r>
              <a:endParaRPr lang="ko-KR" altLang="en-US" sz="1000" dirty="0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3232FA5F-5BD5-66BB-185B-BD42D611ABDC}"/>
                </a:ext>
              </a:extLst>
            </p:cNvPr>
            <p:cNvSpPr/>
            <p:nvPr/>
          </p:nvSpPr>
          <p:spPr>
            <a:xfrm>
              <a:off x="6345645" y="903465"/>
              <a:ext cx="400050" cy="3746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like</a:t>
              </a:r>
              <a:endParaRPr lang="ko-KR" altLang="en-US" sz="1000" dirty="0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7112717-5F16-AFA1-CFE0-488FB8EE4FBC}"/>
                </a:ext>
              </a:extLst>
            </p:cNvPr>
            <p:cNvSpPr/>
            <p:nvPr/>
          </p:nvSpPr>
          <p:spPr>
            <a:xfrm>
              <a:off x="6761174" y="1280337"/>
              <a:ext cx="400050" cy="1905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3x16</a:t>
              </a:r>
              <a:endParaRPr lang="ko-KR" altLang="en-US" sz="800" dirty="0"/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C0D0B359-5A6D-A7F8-E789-92B96E25ADDC}"/>
                </a:ext>
              </a:extLst>
            </p:cNvPr>
            <p:cNvSpPr txBox="1"/>
            <p:nvPr/>
          </p:nvSpPr>
          <p:spPr>
            <a:xfrm>
              <a:off x="5580493" y="603118"/>
              <a:ext cx="663964" cy="261610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</a:rPr>
                <a:t>Output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13EE794D-E6D3-6AD5-0E5B-DAAC566D964C}"/>
                </a:ext>
              </a:extLst>
            </p:cNvPr>
            <p:cNvSpPr txBox="1"/>
            <p:nvPr/>
          </p:nvSpPr>
          <p:spPr>
            <a:xfrm>
              <a:off x="4277437" y="4390390"/>
              <a:ext cx="916255" cy="169277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</a:rPr>
                <a:t>Attention weight</a:t>
              </a:r>
              <a:endParaRPr lang="ko-KR" altLang="en-US" sz="5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2043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251</Words>
  <Application>Microsoft Office PowerPoint</Application>
  <PresentationFormat>Widescreen</PresentationFormat>
  <Paragraphs>189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imjg0</dc:creator>
  <cp:lastModifiedBy>imjg0</cp:lastModifiedBy>
  <cp:revision>3</cp:revision>
  <dcterms:created xsi:type="dcterms:W3CDTF">2026-02-25T16:10:20Z</dcterms:created>
  <dcterms:modified xsi:type="dcterms:W3CDTF">2026-02-25T16:17:02Z</dcterms:modified>
</cp:coreProperties>
</file>