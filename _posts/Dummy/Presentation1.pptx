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C0A08-A37B-C6FB-7831-12796DF4AF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8CD2B-C499-FF24-9E67-524A832831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83C24-4AD2-53C7-E099-E024B056A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7DEF5-92F1-9111-919B-D19268D6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43F08-58F2-C5D3-B9BB-063FA078C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193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B658-52E8-A83F-42D1-677BAAF53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A3229-22C8-7CC2-F96C-8BA8ED060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56521-721A-5BF6-40F0-2A7340F6A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6F814-7537-5E5F-92B5-7F280F90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5616C4-6BAD-9B09-EE6F-58643A71E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614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1F889-4614-C5F6-0F1A-9E56BF40D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BDBAD-253B-90AB-1F92-22387DCE6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D2D0A-2505-9E97-6AF8-D218B23A2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1337D-CE8F-C662-F9B9-D661A38C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DEABE-A170-4297-BDD6-47DEF9B96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8082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17FA6-C8A6-9BFE-8D7B-D2917F37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31028-7A68-F8AC-325C-98A746654A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18E65-79D6-97AC-C56C-8AFC37E400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AC0EA4-C1D7-136E-1041-2E0CD773C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53715-210C-89B5-1C03-198EAC044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2A4AE6-FF7E-1B7B-B365-58E832934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68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FC42F-35B9-A3D8-1B61-DC4BD0663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31BB0F-08FF-4809-60EA-7528AECDA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CC87C5-2665-CA80-0D14-2B0210B6D9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A08076-3743-5E2B-8822-D948107B8E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FB6EF2-3DA8-10E9-1B6F-5F12DA102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37E069-E3B4-0465-889F-25C69F387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1574B-ED74-95DC-1A6C-687419E41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5DBF0B-0AAD-C52C-81FF-C8C6E44E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2833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7952-F159-1638-813B-FD2B75FBE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E2E983-9BF3-3EBB-C321-F5403172D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8AC86A-F84B-D175-41C5-62C6AFFC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F225F-1888-7779-EB29-6CD5C3945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069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7D031-FC71-5FAC-923D-B9F018AA6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284ACE-D761-B329-D959-9D8B982D4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5C8FB-162B-D156-53DA-D25331F72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16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5ACF-37CE-2639-9238-FFD308B41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0BE03-11FD-AE0F-33C5-2C7013E88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5F096E-8684-735A-1171-0998CAF26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4DB99-7E70-AB20-3392-B5FF7A2EE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39051-B179-8EA5-E236-656D771DB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DB742-8E77-A160-44FA-BD6AAE657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484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6F6DA-E11B-D557-086E-0C4D4B010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11FC51-11D4-E306-67A8-7A776EDA9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18BBA9-D4B3-65A8-C51C-7A275E239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355746-4019-5288-F29D-21D32B149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3D943-3C85-CE5E-BF96-A4AF23B2A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E16679-3ADA-8F1D-699B-AEA9BF999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0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6624B-AF72-3DAF-3BFA-B1EB180CE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F7D31-A554-9021-A97F-08AAEEE31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3D360-FDAA-563C-2B93-AA8CB3995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7F846-1C3E-366A-AA69-202394AFF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085D0-3BDC-B532-1AF4-E4464F61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611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10868-A3DD-B8D6-DF8F-4025D3E66D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88338A-D9D6-15F1-7BE3-418DF2046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DCCAC-6364-8EF5-32BA-18764F993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6A63B-79D8-5536-4CD5-AD02A2935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9F797-C9D5-D392-5274-C8E7F11DC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303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29B352-C722-0E96-8FB1-4B4C3926B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D164B7-10B1-AA76-F0DE-42313E581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591B3-122C-7180-ABCE-B1EC655F9A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A61C8E-CDB1-490C-8411-DA3C15B32211}" type="datetimeFigureOut">
              <a:rPr lang="ko-KR" altLang="en-US" smtClean="0"/>
              <a:t>2026-02-26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3310E-08C2-1AEB-5F20-E8C5253789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153E7-6F70-389E-2042-8A418BA26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AFE89C-7D38-4970-BD46-D4C4A58C97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652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6781355-3DF5-15CE-FFCC-73D197DBB3CC}"/>
              </a:ext>
            </a:extLst>
          </p:cNvPr>
          <p:cNvSpPr/>
          <p:nvPr/>
        </p:nvSpPr>
        <p:spPr>
          <a:xfrm>
            <a:off x="9906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5D7E2C-0329-4110-9303-B06AE0CF4417}"/>
              </a:ext>
            </a:extLst>
          </p:cNvPr>
          <p:cNvSpPr/>
          <p:nvPr/>
        </p:nvSpPr>
        <p:spPr>
          <a:xfrm>
            <a:off x="17907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6FDAE9-B325-DC76-8521-D3202A4ECEDE}"/>
              </a:ext>
            </a:extLst>
          </p:cNvPr>
          <p:cNvSpPr/>
          <p:nvPr/>
        </p:nvSpPr>
        <p:spPr>
          <a:xfrm>
            <a:off x="139065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5110BEA-91E9-249F-DE36-1F49BBF580C2}"/>
              </a:ext>
            </a:extLst>
          </p:cNvPr>
          <p:cNvSpPr/>
          <p:nvPr/>
        </p:nvSpPr>
        <p:spPr>
          <a:xfrm>
            <a:off x="1803401" y="6256020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5207DAF-01EB-11C9-F090-B096A0B12936}"/>
              </a:ext>
            </a:extLst>
          </p:cNvPr>
          <p:cNvSpPr/>
          <p:nvPr/>
        </p:nvSpPr>
        <p:spPr>
          <a:xfrm>
            <a:off x="4320380" y="283972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0AA0DAA-C33B-198D-FF3B-8BDB5A2F8D1F}"/>
              </a:ext>
            </a:extLst>
          </p:cNvPr>
          <p:cNvSpPr/>
          <p:nvPr/>
        </p:nvSpPr>
        <p:spPr>
          <a:xfrm>
            <a:off x="5120480" y="283972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C74AC7-4219-1D8D-2D5C-72E5014E274E}"/>
              </a:ext>
            </a:extLst>
          </p:cNvPr>
          <p:cNvSpPr/>
          <p:nvPr/>
        </p:nvSpPr>
        <p:spPr>
          <a:xfrm>
            <a:off x="4720430" y="283972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038095-5841-5813-74F1-7BCEA1B5AD0E}"/>
              </a:ext>
            </a:extLst>
          </p:cNvPr>
          <p:cNvSpPr/>
          <p:nvPr/>
        </p:nvSpPr>
        <p:spPr>
          <a:xfrm>
            <a:off x="5180924" y="3203259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FD24296-3182-BB8D-44B5-8D9F2B938AB9}"/>
              </a:ext>
            </a:extLst>
          </p:cNvPr>
          <p:cNvCxnSpPr>
            <a:cxnSpLocks/>
          </p:cNvCxnSpPr>
          <p:nvPr/>
        </p:nvCxnSpPr>
        <p:spPr>
          <a:xfrm flipV="1">
            <a:off x="1590675" y="5627370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C7D5B747-94B0-0EED-A4FA-7A65F12DA9A4}"/>
              </a:ext>
            </a:extLst>
          </p:cNvPr>
          <p:cNvSpPr/>
          <p:nvPr/>
        </p:nvSpPr>
        <p:spPr>
          <a:xfrm>
            <a:off x="1716880" y="2607946"/>
            <a:ext cx="4711700" cy="212090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1D82310C-E3FD-0686-D4C4-AA5E0B3380AE}"/>
              </a:ext>
            </a:extLst>
          </p:cNvPr>
          <p:cNvSpPr/>
          <p:nvPr/>
        </p:nvSpPr>
        <p:spPr>
          <a:xfrm>
            <a:off x="4966652" y="206661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1C3F931-60DA-339A-3F89-07440F59DAF1}"/>
              </a:ext>
            </a:extLst>
          </p:cNvPr>
          <p:cNvSpPr/>
          <p:nvPr/>
        </p:nvSpPr>
        <p:spPr>
          <a:xfrm>
            <a:off x="5766752" y="206661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82664DF6-ECE9-6D8E-42B6-AADC6E69263C}"/>
              </a:ext>
            </a:extLst>
          </p:cNvPr>
          <p:cNvSpPr/>
          <p:nvPr/>
        </p:nvSpPr>
        <p:spPr>
          <a:xfrm>
            <a:off x="5366702" y="206661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2EC607CF-4B22-EBA2-C02C-BD04147A9BAF}"/>
              </a:ext>
            </a:extLst>
          </p:cNvPr>
          <p:cNvCxnSpPr>
            <a:cxnSpLocks/>
          </p:cNvCxnSpPr>
          <p:nvPr/>
        </p:nvCxnSpPr>
        <p:spPr>
          <a:xfrm flipV="1">
            <a:off x="5583555" y="2430146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Rectangle 191">
            <a:extLst>
              <a:ext uri="{FF2B5EF4-FFF2-40B4-BE49-F238E27FC236}">
                <a16:creationId xmlns:a16="http://schemas.microsoft.com/office/drawing/2014/main" id="{F0A020C7-2A8D-8E64-AC0F-801594AA02BB}"/>
              </a:ext>
            </a:extLst>
          </p:cNvPr>
          <p:cNvSpPr/>
          <p:nvPr/>
        </p:nvSpPr>
        <p:spPr>
          <a:xfrm>
            <a:off x="5829855" y="2435862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9F0B8371-BA6B-1DBD-F02A-EE228C0A009B}"/>
              </a:ext>
            </a:extLst>
          </p:cNvPr>
          <p:cNvCxnSpPr>
            <a:cxnSpLocks/>
            <a:endCxn id="257" idx="3"/>
          </p:cNvCxnSpPr>
          <p:nvPr/>
        </p:nvCxnSpPr>
        <p:spPr>
          <a:xfrm flipH="1" flipV="1">
            <a:off x="4652487" y="1668147"/>
            <a:ext cx="528437" cy="398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184027D-5182-8815-C88C-F2872B3B845A}"/>
              </a:ext>
            </a:extLst>
          </p:cNvPr>
          <p:cNvCxnSpPr>
            <a:cxnSpLocks/>
            <a:endCxn id="257" idx="3"/>
          </p:cNvCxnSpPr>
          <p:nvPr/>
        </p:nvCxnSpPr>
        <p:spPr>
          <a:xfrm flipV="1">
            <a:off x="4483177" y="1668147"/>
            <a:ext cx="169310" cy="1171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9" name="Rectangle 198">
            <a:extLst>
              <a:ext uri="{FF2B5EF4-FFF2-40B4-BE49-F238E27FC236}">
                <a16:creationId xmlns:a16="http://schemas.microsoft.com/office/drawing/2014/main" id="{047003CD-1561-4D56-5774-18BE9DF3747C}"/>
              </a:ext>
            </a:extLst>
          </p:cNvPr>
          <p:cNvSpPr/>
          <p:nvPr/>
        </p:nvSpPr>
        <p:spPr>
          <a:xfrm>
            <a:off x="1316830" y="39176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61229FB5-5133-0640-A2D4-414DE904E60F}"/>
              </a:ext>
            </a:extLst>
          </p:cNvPr>
          <p:cNvSpPr/>
          <p:nvPr/>
        </p:nvSpPr>
        <p:spPr>
          <a:xfrm>
            <a:off x="1316830" y="32953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7A9A5638-73DC-B298-7757-5CA4449CEB21}"/>
              </a:ext>
            </a:extLst>
          </p:cNvPr>
          <p:cNvSpPr/>
          <p:nvPr/>
        </p:nvSpPr>
        <p:spPr>
          <a:xfrm>
            <a:off x="1316830" y="26730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6C4E242-8004-F784-B2F1-CE7B4D10641C}"/>
              </a:ext>
            </a:extLst>
          </p:cNvPr>
          <p:cNvSpPr/>
          <p:nvPr/>
        </p:nvSpPr>
        <p:spPr>
          <a:xfrm>
            <a:off x="1364455" y="4289108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A539DA79-D3D4-17EB-C0E8-691A2093B130}"/>
              </a:ext>
            </a:extLst>
          </p:cNvPr>
          <p:cNvSpPr/>
          <p:nvPr/>
        </p:nvSpPr>
        <p:spPr>
          <a:xfrm>
            <a:off x="1364455" y="3676333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014661B0-F766-B104-ED82-183E7B805CAB}"/>
              </a:ext>
            </a:extLst>
          </p:cNvPr>
          <p:cNvSpPr/>
          <p:nvPr/>
        </p:nvSpPr>
        <p:spPr>
          <a:xfrm>
            <a:off x="1282066" y="3054033"/>
            <a:ext cx="434814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EEDE7AF4-3662-7678-6653-AC898C8F8D92}"/>
              </a:ext>
            </a:extLst>
          </p:cNvPr>
          <p:cNvGrpSpPr/>
          <p:nvPr/>
        </p:nvGrpSpPr>
        <p:grpSpPr>
          <a:xfrm>
            <a:off x="456899" y="3214371"/>
            <a:ext cx="5126656" cy="2414904"/>
            <a:chOff x="6732602" y="3574734"/>
            <a:chExt cx="5126656" cy="2414904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91DD50B-E418-C9D7-3554-727B55B3BAE0}"/>
                </a:ext>
              </a:extLst>
            </p:cNvPr>
            <p:cNvSpPr/>
            <p:nvPr/>
          </p:nvSpPr>
          <p:spPr>
            <a:xfrm>
              <a:off x="7147558" y="3868738"/>
              <a:ext cx="4711700" cy="21209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6E1450BA-B53C-357B-9CB5-2A13CDE64F56}"/>
                </a:ext>
              </a:extLst>
            </p:cNvPr>
            <p:cNvSpPr/>
            <p:nvPr/>
          </p:nvSpPr>
          <p:spPr>
            <a:xfrm>
              <a:off x="6747508" y="5341938"/>
              <a:ext cx="400050" cy="374650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  <a:endParaRPr lang="ko-KR" altLang="en-US" sz="1000" dirty="0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F3F6AC1D-D12F-3DD5-11CD-70CF4803C226}"/>
                </a:ext>
              </a:extLst>
            </p:cNvPr>
            <p:cNvSpPr/>
            <p:nvPr/>
          </p:nvSpPr>
          <p:spPr>
            <a:xfrm>
              <a:off x="6747508" y="4719638"/>
              <a:ext cx="400050" cy="374650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  <a:endParaRPr lang="ko-KR" altLang="en-US" sz="1000" dirty="0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20DD269D-4E61-CEFC-42C3-A1AFB73217AB}"/>
                </a:ext>
              </a:extLst>
            </p:cNvPr>
            <p:cNvSpPr/>
            <p:nvPr/>
          </p:nvSpPr>
          <p:spPr>
            <a:xfrm>
              <a:off x="6747508" y="4097338"/>
              <a:ext cx="400050" cy="374650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  <a:endParaRPr lang="ko-KR" altLang="en-US" sz="1000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AA00CE-0CDD-72EE-F4EA-FA6A888F7636}"/>
                </a:ext>
              </a:extLst>
            </p:cNvPr>
            <p:cNvSpPr/>
            <p:nvPr/>
          </p:nvSpPr>
          <p:spPr>
            <a:xfrm>
              <a:off x="7347583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A962CF0C-6DF8-7309-40C0-8883F6A6DB6F}"/>
                </a:ext>
              </a:extLst>
            </p:cNvPr>
            <p:cNvSpPr/>
            <p:nvPr/>
          </p:nvSpPr>
          <p:spPr>
            <a:xfrm>
              <a:off x="8147683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A67AD695-FB27-7CD7-5AD4-C530DC0C6AD4}"/>
                </a:ext>
              </a:extLst>
            </p:cNvPr>
            <p:cNvSpPr/>
            <p:nvPr/>
          </p:nvSpPr>
          <p:spPr>
            <a:xfrm>
              <a:off x="7747633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7E5FE131-0B7E-FB6D-5BC9-D56222F751B4}"/>
                </a:ext>
              </a:extLst>
            </p:cNvPr>
            <p:cNvCxnSpPr>
              <a:endCxn id="211" idx="1"/>
            </p:cNvCxnSpPr>
            <p:nvPr/>
          </p:nvCxnSpPr>
          <p:spPr>
            <a:xfrm flipV="1">
              <a:off x="7147558" y="5529263"/>
              <a:ext cx="200025" cy="31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5" name="Straight Arrow Connector 214">
              <a:extLst>
                <a:ext uri="{FF2B5EF4-FFF2-40B4-BE49-F238E27FC236}">
                  <a16:creationId xmlns:a16="http://schemas.microsoft.com/office/drawing/2014/main" id="{7268CC78-5098-FB91-0736-ACE699F53BBA}"/>
                </a:ext>
              </a:extLst>
            </p:cNvPr>
            <p:cNvCxnSpPr>
              <a:cxnSpLocks/>
              <a:endCxn id="216" idx="1"/>
            </p:cNvCxnSpPr>
            <p:nvPr/>
          </p:nvCxnSpPr>
          <p:spPr>
            <a:xfrm>
              <a:off x="8547733" y="5529263"/>
              <a:ext cx="2619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96A35A63-CB51-3279-95BC-537B93D97168}"/>
                </a:ext>
              </a:extLst>
            </p:cNvPr>
            <p:cNvSpPr/>
            <p:nvPr/>
          </p:nvSpPr>
          <p:spPr>
            <a:xfrm>
              <a:off x="8809670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</a:p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C87EF26E-AB23-2D31-0137-98963191F338}"/>
                </a:ext>
              </a:extLst>
            </p:cNvPr>
            <p:cNvSpPr/>
            <p:nvPr/>
          </p:nvSpPr>
          <p:spPr>
            <a:xfrm>
              <a:off x="9609770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</a:p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86A3D3FF-4AA1-16AE-D87D-C2EAB458ADD1}"/>
                </a:ext>
              </a:extLst>
            </p:cNvPr>
            <p:cNvSpPr/>
            <p:nvPr/>
          </p:nvSpPr>
          <p:spPr>
            <a:xfrm>
              <a:off x="9209720" y="534193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Q</a:t>
              </a:r>
            </a:p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6A156FF2-A19F-A7E7-386D-A536B803B082}"/>
                </a:ext>
              </a:extLst>
            </p:cNvPr>
            <p:cNvSpPr/>
            <p:nvPr/>
          </p:nvSpPr>
          <p:spPr>
            <a:xfrm>
              <a:off x="7347583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695D1001-F1AF-758D-C0C4-FD14D22308E9}"/>
                </a:ext>
              </a:extLst>
            </p:cNvPr>
            <p:cNvSpPr/>
            <p:nvPr/>
          </p:nvSpPr>
          <p:spPr>
            <a:xfrm>
              <a:off x="8147683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39C387FC-F16D-5887-EA94-974FB47EB36B}"/>
                </a:ext>
              </a:extLst>
            </p:cNvPr>
            <p:cNvSpPr/>
            <p:nvPr/>
          </p:nvSpPr>
          <p:spPr>
            <a:xfrm>
              <a:off x="7747633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DB14F0F8-FEBE-331F-96CB-93C6C20C4DB2}"/>
                </a:ext>
              </a:extLst>
            </p:cNvPr>
            <p:cNvCxnSpPr>
              <a:endCxn id="219" idx="1"/>
            </p:cNvCxnSpPr>
            <p:nvPr/>
          </p:nvCxnSpPr>
          <p:spPr>
            <a:xfrm flipV="1">
              <a:off x="7147558" y="4897438"/>
              <a:ext cx="200025" cy="31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Straight Arrow Connector 222">
              <a:extLst>
                <a:ext uri="{FF2B5EF4-FFF2-40B4-BE49-F238E27FC236}">
                  <a16:creationId xmlns:a16="http://schemas.microsoft.com/office/drawing/2014/main" id="{B8913171-F3DA-0269-D492-41D78A30C106}"/>
                </a:ext>
              </a:extLst>
            </p:cNvPr>
            <p:cNvCxnSpPr>
              <a:cxnSpLocks/>
              <a:endCxn id="224" idx="1"/>
            </p:cNvCxnSpPr>
            <p:nvPr/>
          </p:nvCxnSpPr>
          <p:spPr>
            <a:xfrm>
              <a:off x="8547733" y="4897438"/>
              <a:ext cx="2619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CDEC9413-0F4B-B974-E6F9-0EB7A578C917}"/>
                </a:ext>
              </a:extLst>
            </p:cNvPr>
            <p:cNvSpPr/>
            <p:nvPr/>
          </p:nvSpPr>
          <p:spPr>
            <a:xfrm>
              <a:off x="8809670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</a:p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FE1CC6E3-27AD-BF23-2531-211743CCB2FE}"/>
                </a:ext>
              </a:extLst>
            </p:cNvPr>
            <p:cNvSpPr/>
            <p:nvPr/>
          </p:nvSpPr>
          <p:spPr>
            <a:xfrm>
              <a:off x="9609770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</a:p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A5A64D9E-36A6-CF36-43BE-251E82F4403E}"/>
                </a:ext>
              </a:extLst>
            </p:cNvPr>
            <p:cNvSpPr/>
            <p:nvPr/>
          </p:nvSpPr>
          <p:spPr>
            <a:xfrm>
              <a:off x="9209720" y="4710113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K</a:t>
              </a:r>
            </a:p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FAB68CB2-5A23-A651-151F-CA7F1012F42C}"/>
                </a:ext>
              </a:extLst>
            </p:cNvPr>
            <p:cNvSpPr/>
            <p:nvPr/>
          </p:nvSpPr>
          <p:spPr>
            <a:xfrm>
              <a:off x="6732603" y="5713413"/>
              <a:ext cx="41495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16x4</a:t>
              </a:r>
              <a:endParaRPr lang="ko-KR" altLang="en-US" sz="800" dirty="0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D4D466D-5CB9-364F-12F2-8FFAFC1A57A0}"/>
                </a:ext>
              </a:extLst>
            </p:cNvPr>
            <p:cNvSpPr/>
            <p:nvPr/>
          </p:nvSpPr>
          <p:spPr>
            <a:xfrm>
              <a:off x="6732603" y="5100638"/>
              <a:ext cx="41495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16x4</a:t>
              </a:r>
              <a:endParaRPr lang="ko-KR" altLang="en-US" sz="800" dirty="0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23C16B2-585C-7844-280E-24694ADBCE24}"/>
                </a:ext>
              </a:extLst>
            </p:cNvPr>
            <p:cNvSpPr/>
            <p:nvPr/>
          </p:nvSpPr>
          <p:spPr>
            <a:xfrm>
              <a:off x="6732602" y="4478338"/>
              <a:ext cx="41495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16x4</a:t>
              </a:r>
              <a:endParaRPr lang="ko-KR" altLang="en-US" sz="800" dirty="0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BC8C65B7-94E1-EA67-F8DE-715AD1E83ED5}"/>
                </a:ext>
              </a:extLst>
            </p:cNvPr>
            <p:cNvSpPr/>
            <p:nvPr/>
          </p:nvSpPr>
          <p:spPr>
            <a:xfrm>
              <a:off x="9666919" y="5713413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3x4</a:t>
              </a:r>
              <a:endParaRPr lang="ko-KR" altLang="en-US" sz="800" dirty="0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119B6E55-0DA9-AFC0-8C27-865B4FE45861}"/>
                </a:ext>
              </a:extLst>
            </p:cNvPr>
            <p:cNvSpPr/>
            <p:nvPr/>
          </p:nvSpPr>
          <p:spPr>
            <a:xfrm>
              <a:off x="9663745" y="5087938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3x4</a:t>
              </a:r>
              <a:endParaRPr lang="ko-KR" altLang="en-US" sz="800" dirty="0"/>
            </a:p>
          </p:txBody>
        </p:sp>
        <p:cxnSp>
          <p:nvCxnSpPr>
            <p:cNvPr id="232" name="Straight Arrow Connector 231">
              <a:extLst>
                <a:ext uri="{FF2B5EF4-FFF2-40B4-BE49-F238E27FC236}">
                  <a16:creationId xmlns:a16="http://schemas.microsoft.com/office/drawing/2014/main" id="{1BB133E5-ECBE-AFAC-4143-8156D21DE076}"/>
                </a:ext>
              </a:extLst>
            </p:cNvPr>
            <p:cNvCxnSpPr>
              <a:cxnSpLocks/>
            </p:cNvCxnSpPr>
            <p:nvPr/>
          </p:nvCxnSpPr>
          <p:spPr>
            <a:xfrm>
              <a:off x="10016170" y="4897438"/>
              <a:ext cx="446088" cy="31115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3" name="Straight Arrow Connector 232">
              <a:extLst>
                <a:ext uri="{FF2B5EF4-FFF2-40B4-BE49-F238E27FC236}">
                  <a16:creationId xmlns:a16="http://schemas.microsoft.com/office/drawing/2014/main" id="{CB7B1C7F-D859-390F-0B64-0AB1E70DC4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09820" y="5208588"/>
              <a:ext cx="452438" cy="3206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0BDEFE5A-8C45-3297-B423-8D5EA305A1F5}"/>
                </a:ext>
              </a:extLst>
            </p:cNvPr>
            <p:cNvSpPr/>
            <p:nvPr/>
          </p:nvSpPr>
          <p:spPr>
            <a:xfrm>
              <a:off x="10358276" y="4573588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3x3</a:t>
              </a:r>
              <a:endParaRPr lang="ko-KR" altLang="en-US" sz="800" dirty="0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9B844CAF-CB25-B7E8-5C24-918BCB659223}"/>
                </a:ext>
              </a:extLst>
            </p:cNvPr>
            <p:cNvSpPr/>
            <p:nvPr/>
          </p:nvSpPr>
          <p:spPr>
            <a:xfrm>
              <a:off x="10710701" y="4706937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I</a:t>
              </a:r>
              <a:endParaRPr lang="ko-KR" altLang="en-US" sz="600" dirty="0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A2E380A7-46BC-1C6A-0DFA-9E0CF4A104E8}"/>
                </a:ext>
              </a:extLst>
            </p:cNvPr>
            <p:cNvSpPr/>
            <p:nvPr/>
          </p:nvSpPr>
          <p:spPr>
            <a:xfrm>
              <a:off x="11333001" y="4706937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you</a:t>
              </a:r>
              <a:endParaRPr lang="ko-KR" altLang="en-US" sz="600" dirty="0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278DDB8E-1B3F-9BBF-2B8D-B9B4BD367E14}"/>
                </a:ext>
              </a:extLst>
            </p:cNvPr>
            <p:cNvSpPr/>
            <p:nvPr/>
          </p:nvSpPr>
          <p:spPr>
            <a:xfrm>
              <a:off x="11021851" y="4706937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like</a:t>
              </a:r>
              <a:endParaRPr lang="ko-KR" altLang="en-US" sz="600" dirty="0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8FC16C67-7573-ADFF-FF2C-C3CCF7EC143E}"/>
                </a:ext>
              </a:extLst>
            </p:cNvPr>
            <p:cNvSpPr/>
            <p:nvPr/>
          </p:nvSpPr>
          <p:spPr>
            <a:xfrm rot="16200000">
              <a:off x="10458289" y="4955380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I</a:t>
              </a:r>
              <a:endParaRPr lang="ko-KR" altLang="en-US" sz="600" dirty="0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33991544-C830-A0D9-080F-7175E4926642}"/>
                </a:ext>
              </a:extLst>
            </p:cNvPr>
            <p:cNvSpPr/>
            <p:nvPr/>
          </p:nvSpPr>
          <p:spPr>
            <a:xfrm rot="16200000">
              <a:off x="10458290" y="5581650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you</a:t>
              </a:r>
              <a:endParaRPr lang="ko-KR" altLang="en-US" sz="600" dirty="0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2FA7935B-F200-63AD-AC98-25DB386CCB45}"/>
                </a:ext>
              </a:extLst>
            </p:cNvPr>
            <p:cNvSpPr/>
            <p:nvPr/>
          </p:nvSpPr>
          <p:spPr>
            <a:xfrm rot="16200000">
              <a:off x="10458290" y="5272879"/>
              <a:ext cx="315912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like</a:t>
              </a:r>
              <a:endParaRPr lang="ko-KR" altLang="en-US" sz="600" dirty="0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D61CB1C-53A6-E631-4B01-9518DDF75B21}"/>
                </a:ext>
              </a:extLst>
            </p:cNvPr>
            <p:cNvSpPr/>
            <p:nvPr/>
          </p:nvSpPr>
          <p:spPr>
            <a:xfrm>
              <a:off x="10928190" y="5086351"/>
              <a:ext cx="556418" cy="498475"/>
            </a:xfrm>
            <a:prstGeom prst="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Softmax</a:t>
              </a:r>
              <a:endParaRPr lang="ko-KR" altLang="en-US" sz="600" dirty="0"/>
            </a:p>
          </p:txBody>
        </p:sp>
        <p:cxnSp>
          <p:nvCxnSpPr>
            <p:cNvPr id="242" name="Straight Arrow Connector 241">
              <a:extLst>
                <a:ext uri="{FF2B5EF4-FFF2-40B4-BE49-F238E27FC236}">
                  <a16:creationId xmlns:a16="http://schemas.microsoft.com/office/drawing/2014/main" id="{BF71FB59-75A2-C9AA-7977-258AC48CC84D}"/>
                </a:ext>
              </a:extLst>
            </p:cNvPr>
            <p:cNvCxnSpPr>
              <a:cxnSpLocks/>
              <a:stCxn id="304" idx="0"/>
              <a:endCxn id="87" idx="2"/>
            </p:cNvCxnSpPr>
            <p:nvPr/>
          </p:nvCxnSpPr>
          <p:spPr>
            <a:xfrm flipH="1" flipV="1">
              <a:off x="11196158" y="3574734"/>
              <a:ext cx="20850" cy="93979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E3E5DC57-2085-B6FD-8E78-0AFBFF7F6151}"/>
                </a:ext>
              </a:extLst>
            </p:cNvPr>
            <p:cNvSpPr/>
            <p:nvPr/>
          </p:nvSpPr>
          <p:spPr>
            <a:xfrm>
              <a:off x="7353933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51F3F5AC-AA1F-B532-5F1F-E0E3DB5BB126}"/>
                </a:ext>
              </a:extLst>
            </p:cNvPr>
            <p:cNvSpPr/>
            <p:nvPr/>
          </p:nvSpPr>
          <p:spPr>
            <a:xfrm>
              <a:off x="8154033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0B3DBB01-2436-8F88-82CD-4B5984B0734A}"/>
                </a:ext>
              </a:extLst>
            </p:cNvPr>
            <p:cNvSpPr/>
            <p:nvPr/>
          </p:nvSpPr>
          <p:spPr>
            <a:xfrm>
              <a:off x="7753983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cxnSp>
          <p:nvCxnSpPr>
            <p:cNvPr id="246" name="Straight Arrow Connector 245">
              <a:extLst>
                <a:ext uri="{FF2B5EF4-FFF2-40B4-BE49-F238E27FC236}">
                  <a16:creationId xmlns:a16="http://schemas.microsoft.com/office/drawing/2014/main" id="{05669F9A-A6DC-3AE7-EBE1-2476DCCFD2E6}"/>
                </a:ext>
              </a:extLst>
            </p:cNvPr>
            <p:cNvCxnSpPr>
              <a:endCxn id="243" idx="1"/>
            </p:cNvCxnSpPr>
            <p:nvPr/>
          </p:nvCxnSpPr>
          <p:spPr>
            <a:xfrm flipV="1">
              <a:off x="7153908" y="4291013"/>
              <a:ext cx="200025" cy="317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7" name="Straight Arrow Connector 246">
              <a:extLst>
                <a:ext uri="{FF2B5EF4-FFF2-40B4-BE49-F238E27FC236}">
                  <a16:creationId xmlns:a16="http://schemas.microsoft.com/office/drawing/2014/main" id="{338EC8D2-649D-C0E1-7980-7950DD89F0FF}"/>
                </a:ext>
              </a:extLst>
            </p:cNvPr>
            <p:cNvCxnSpPr>
              <a:cxnSpLocks/>
              <a:endCxn id="248" idx="1"/>
            </p:cNvCxnSpPr>
            <p:nvPr/>
          </p:nvCxnSpPr>
          <p:spPr>
            <a:xfrm>
              <a:off x="8554083" y="4291013"/>
              <a:ext cx="26193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1A5FFB86-79F4-21D7-EC09-40C47EE20235}"/>
                </a:ext>
              </a:extLst>
            </p:cNvPr>
            <p:cNvSpPr/>
            <p:nvPr/>
          </p:nvSpPr>
          <p:spPr>
            <a:xfrm>
              <a:off x="8816020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</a:p>
            <a:p>
              <a:pPr algn="ctr"/>
              <a:r>
                <a:rPr lang="en-US" altLang="ko-KR" sz="1000" dirty="0"/>
                <a:t>I</a:t>
              </a:r>
              <a:endParaRPr lang="ko-KR" altLang="en-US" sz="1000" dirty="0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77509889-0871-08BC-1636-719A8E6811AB}"/>
                </a:ext>
              </a:extLst>
            </p:cNvPr>
            <p:cNvSpPr/>
            <p:nvPr/>
          </p:nvSpPr>
          <p:spPr>
            <a:xfrm>
              <a:off x="9616120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</a:p>
            <a:p>
              <a:pPr algn="ctr"/>
              <a:r>
                <a:rPr lang="en-US" altLang="ko-KR" sz="1000" dirty="0"/>
                <a:t>you</a:t>
              </a:r>
              <a:endParaRPr lang="ko-KR" altLang="en-US" sz="1000" dirty="0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9CA8C9B9-D52D-123A-E224-542CC1666A81}"/>
                </a:ext>
              </a:extLst>
            </p:cNvPr>
            <p:cNvSpPr/>
            <p:nvPr/>
          </p:nvSpPr>
          <p:spPr>
            <a:xfrm>
              <a:off x="9216070" y="4103688"/>
              <a:ext cx="400050" cy="3746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/>
                <a:t>V</a:t>
              </a:r>
            </a:p>
            <a:p>
              <a:pPr algn="ctr"/>
              <a:r>
                <a:rPr lang="en-US" altLang="ko-KR" sz="1000" dirty="0"/>
                <a:t>like</a:t>
              </a:r>
              <a:endParaRPr lang="ko-KR" altLang="en-US" sz="1000" dirty="0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D64B9B9C-2D69-03C5-D776-7CDFCB07376C}"/>
                </a:ext>
              </a:extLst>
            </p:cNvPr>
            <p:cNvSpPr/>
            <p:nvPr/>
          </p:nvSpPr>
          <p:spPr>
            <a:xfrm>
              <a:off x="9663745" y="4484688"/>
              <a:ext cx="352425" cy="190500"/>
            </a:xfrm>
            <a:prstGeom prst="rect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3x4</a:t>
              </a:r>
              <a:endParaRPr lang="ko-KR" altLang="en-US" sz="800" dirty="0"/>
            </a:p>
          </p:txBody>
        </p:sp>
        <p:cxnSp>
          <p:nvCxnSpPr>
            <p:cNvPr id="252" name="Straight Arrow Connector 251">
              <a:extLst>
                <a:ext uri="{FF2B5EF4-FFF2-40B4-BE49-F238E27FC236}">
                  <a16:creationId xmlns:a16="http://schemas.microsoft.com/office/drawing/2014/main" id="{CD652642-7215-EF0D-1EAF-4F3B3A53BB02}"/>
                </a:ext>
              </a:extLst>
            </p:cNvPr>
            <p:cNvCxnSpPr>
              <a:cxnSpLocks/>
            </p:cNvCxnSpPr>
            <p:nvPr/>
          </p:nvCxnSpPr>
          <p:spPr>
            <a:xfrm>
              <a:off x="10016170" y="4284663"/>
              <a:ext cx="11762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5CD222B-BB77-1902-D2D8-AE37D8DDE5E6}"/>
              </a:ext>
            </a:extLst>
          </p:cNvPr>
          <p:cNvSpPr/>
          <p:nvPr/>
        </p:nvSpPr>
        <p:spPr>
          <a:xfrm>
            <a:off x="4118489" y="1852297"/>
            <a:ext cx="5339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3x(4x4)</a:t>
            </a:r>
            <a:endParaRPr lang="ko-KR" altLang="en-US" sz="800" dirty="0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1B073ACD-0DF5-DEDD-EF48-82FD10445E1B}"/>
              </a:ext>
            </a:extLst>
          </p:cNvPr>
          <p:cNvSpPr/>
          <p:nvPr/>
        </p:nvSpPr>
        <p:spPr>
          <a:xfrm>
            <a:off x="3789918" y="1480822"/>
            <a:ext cx="862569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concat</a:t>
            </a:r>
            <a:endParaRPr lang="ko-KR" altLang="en-US" sz="1000" dirty="0"/>
          </a:p>
        </p:txBody>
      </p:sp>
      <p:cxnSp>
        <p:nvCxnSpPr>
          <p:cNvPr id="258" name="Straight Arrow Connector 257">
            <a:extLst>
              <a:ext uri="{FF2B5EF4-FFF2-40B4-BE49-F238E27FC236}">
                <a16:creationId xmlns:a16="http://schemas.microsoft.com/office/drawing/2014/main" id="{7762F083-C43C-A260-1E3D-2046EB265F01}"/>
              </a:ext>
            </a:extLst>
          </p:cNvPr>
          <p:cNvCxnSpPr>
            <a:cxnSpLocks/>
            <a:stCxn id="257" idx="1"/>
          </p:cNvCxnSpPr>
          <p:nvPr/>
        </p:nvCxnSpPr>
        <p:spPr>
          <a:xfrm flipH="1" flipV="1">
            <a:off x="2278380" y="1659099"/>
            <a:ext cx="1511538" cy="9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64749B0-430F-68F8-D716-45FED7721D97}"/>
              </a:ext>
            </a:extLst>
          </p:cNvPr>
          <p:cNvSpPr/>
          <p:nvPr/>
        </p:nvSpPr>
        <p:spPr>
          <a:xfrm>
            <a:off x="2912902" y="1477647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O</a:t>
            </a:r>
            <a:endParaRPr lang="ko-KR" altLang="en-US" sz="100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F647153-989D-7A93-AE66-B2AACB5818BD}"/>
              </a:ext>
            </a:extLst>
          </p:cNvPr>
          <p:cNvSpPr/>
          <p:nvPr/>
        </p:nvSpPr>
        <p:spPr>
          <a:xfrm>
            <a:off x="2677078" y="1859123"/>
            <a:ext cx="64952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16x(4x4)</a:t>
            </a:r>
            <a:endParaRPr lang="ko-KR" altLang="en-US" sz="800" dirty="0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5AB9C949-9C9F-5B36-9853-8392951B8929}"/>
              </a:ext>
            </a:extLst>
          </p:cNvPr>
          <p:cNvSpPr/>
          <p:nvPr/>
        </p:nvSpPr>
        <p:spPr>
          <a:xfrm>
            <a:off x="1088172" y="14589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1D2438E0-3FE8-AEB9-9584-782A3DA31521}"/>
              </a:ext>
            </a:extLst>
          </p:cNvPr>
          <p:cNvSpPr/>
          <p:nvPr/>
        </p:nvSpPr>
        <p:spPr>
          <a:xfrm>
            <a:off x="1888272" y="14589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5F1616A3-537D-3ED0-37A1-2FD3B229EB8E}"/>
              </a:ext>
            </a:extLst>
          </p:cNvPr>
          <p:cNvSpPr/>
          <p:nvPr/>
        </p:nvSpPr>
        <p:spPr>
          <a:xfrm>
            <a:off x="1488222" y="14589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94FEFBD0-A04A-1CB7-3FBF-77089BACDD82}"/>
              </a:ext>
            </a:extLst>
          </p:cNvPr>
          <p:cNvSpPr/>
          <p:nvPr/>
        </p:nvSpPr>
        <p:spPr>
          <a:xfrm>
            <a:off x="1903751" y="1835788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0FDDDB18-4CD6-9875-DDEF-60C75E7FE1E6}"/>
              </a:ext>
            </a:extLst>
          </p:cNvPr>
          <p:cNvSpPr txBox="1"/>
          <p:nvPr/>
        </p:nvSpPr>
        <p:spPr>
          <a:xfrm rot="20350822">
            <a:off x="233939" y="2436575"/>
            <a:ext cx="1909497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Multi-Head Attention X 4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C22926DA-C479-76C0-A4E7-28CA66DC2B39}"/>
              </a:ext>
            </a:extLst>
          </p:cNvPr>
          <p:cNvSpPr txBox="1"/>
          <p:nvPr/>
        </p:nvSpPr>
        <p:spPr>
          <a:xfrm>
            <a:off x="458552" y="1142374"/>
            <a:ext cx="1058303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MHA 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EBA1C235-4739-C02B-7866-8482248259DE}"/>
              </a:ext>
            </a:extLst>
          </p:cNvPr>
          <p:cNvSpPr txBox="1"/>
          <p:nvPr/>
        </p:nvSpPr>
        <p:spPr>
          <a:xfrm>
            <a:off x="2279272" y="6256020"/>
            <a:ext cx="543739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Input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8CBF6BAA-0B60-A3A7-23FE-F8267B3CAB38}"/>
              </a:ext>
            </a:extLst>
          </p:cNvPr>
          <p:cNvCxnSpPr>
            <a:cxnSpLocks/>
          </p:cNvCxnSpPr>
          <p:nvPr/>
        </p:nvCxnSpPr>
        <p:spPr>
          <a:xfrm flipH="1">
            <a:off x="1590675" y="5751195"/>
            <a:ext cx="10864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8" name="Rectangle 277">
            <a:extLst>
              <a:ext uri="{FF2B5EF4-FFF2-40B4-BE49-F238E27FC236}">
                <a16:creationId xmlns:a16="http://schemas.microsoft.com/office/drawing/2014/main" id="{15CBDD20-D9D6-1296-1B72-C1012A210F74}"/>
              </a:ext>
            </a:extLst>
          </p:cNvPr>
          <p:cNvSpPr/>
          <p:nvPr/>
        </p:nvSpPr>
        <p:spPr>
          <a:xfrm>
            <a:off x="26650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1</a:t>
            </a:r>
            <a:endParaRPr lang="ko-KR" altLang="en-US" sz="600" dirty="0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EFA278E0-ADE8-4414-2152-AD98A1C52E8E}"/>
              </a:ext>
            </a:extLst>
          </p:cNvPr>
          <p:cNvSpPr/>
          <p:nvPr/>
        </p:nvSpPr>
        <p:spPr>
          <a:xfrm>
            <a:off x="32873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3</a:t>
            </a:r>
            <a:endParaRPr lang="ko-KR" altLang="en-US" sz="600" dirty="0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FAAD3CA-5A9B-ED6E-4115-64B7E8E641BB}"/>
              </a:ext>
            </a:extLst>
          </p:cNvPr>
          <p:cNvSpPr/>
          <p:nvPr/>
        </p:nvSpPr>
        <p:spPr>
          <a:xfrm>
            <a:off x="297620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2</a:t>
            </a:r>
            <a:endParaRPr lang="ko-KR" altLang="en-US" sz="600" dirty="0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1443B275-561C-D95E-FDC6-BC1872DDFB09}"/>
              </a:ext>
            </a:extLst>
          </p:cNvPr>
          <p:cNvSpPr/>
          <p:nvPr/>
        </p:nvSpPr>
        <p:spPr>
          <a:xfrm>
            <a:off x="3219926" y="5867400"/>
            <a:ext cx="4015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528CAB39-1682-205B-E508-5263E1ECCE5B}"/>
              </a:ext>
            </a:extLst>
          </p:cNvPr>
          <p:cNvSpPr txBox="1"/>
          <p:nvPr/>
        </p:nvSpPr>
        <p:spPr>
          <a:xfrm>
            <a:off x="3655947" y="5870893"/>
            <a:ext cx="1516762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Positional Encoding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51AC9B45-824E-0590-59C6-75050844E2BA}"/>
              </a:ext>
            </a:extLst>
          </p:cNvPr>
          <p:cNvCxnSpPr>
            <a:cxnSpLocks/>
            <a:stCxn id="269" idx="0"/>
          </p:cNvCxnSpPr>
          <p:nvPr/>
        </p:nvCxnSpPr>
        <p:spPr>
          <a:xfrm flipV="1">
            <a:off x="1688247" y="835187"/>
            <a:ext cx="0" cy="6237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7" name="Rectangle 286">
            <a:extLst>
              <a:ext uri="{FF2B5EF4-FFF2-40B4-BE49-F238E27FC236}">
                <a16:creationId xmlns:a16="http://schemas.microsoft.com/office/drawing/2014/main" id="{41819DC8-285B-466A-171E-54999DA7E1B7}"/>
              </a:ext>
            </a:extLst>
          </p:cNvPr>
          <p:cNvSpPr/>
          <p:nvPr/>
        </p:nvSpPr>
        <p:spPr>
          <a:xfrm>
            <a:off x="1182370" y="653745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DEA5B9ED-0B5E-4D90-21C1-DA69A5A584AA}"/>
              </a:ext>
            </a:extLst>
          </p:cNvPr>
          <p:cNvCxnSpPr>
            <a:cxnSpLocks/>
          </p:cNvCxnSpPr>
          <p:nvPr/>
        </p:nvCxnSpPr>
        <p:spPr>
          <a:xfrm>
            <a:off x="2215861" y="835187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2" name="Rectangle 291">
            <a:extLst>
              <a:ext uri="{FF2B5EF4-FFF2-40B4-BE49-F238E27FC236}">
                <a16:creationId xmlns:a16="http://schemas.microsoft.com/office/drawing/2014/main" id="{42C4C9F4-A285-4CA8-195E-3E18BA774CEE}"/>
              </a:ext>
            </a:extLst>
          </p:cNvPr>
          <p:cNvSpPr/>
          <p:nvPr/>
        </p:nvSpPr>
        <p:spPr>
          <a:xfrm>
            <a:off x="2783640" y="677878"/>
            <a:ext cx="1228477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FFN</a:t>
            </a:r>
            <a:endParaRPr lang="ko-KR" altLang="en-US" sz="1000" dirty="0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672A541B-D57A-F3DB-9BC0-E0F035879EDB}"/>
              </a:ext>
            </a:extLst>
          </p:cNvPr>
          <p:cNvSpPr/>
          <p:nvPr/>
        </p:nvSpPr>
        <p:spPr>
          <a:xfrm>
            <a:off x="2783640" y="1060356"/>
            <a:ext cx="43628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3x64</a:t>
            </a:r>
            <a:endParaRPr lang="ko-KR" altLang="en-US" sz="800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33E607AE-82F2-F71A-4D10-B9C499F6843A}"/>
              </a:ext>
            </a:extLst>
          </p:cNvPr>
          <p:cNvSpPr/>
          <p:nvPr/>
        </p:nvSpPr>
        <p:spPr>
          <a:xfrm>
            <a:off x="3579473" y="1060356"/>
            <a:ext cx="43628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cxnSp>
        <p:nvCxnSpPr>
          <p:cNvPr id="295" name="Straight Arrow Connector 294">
            <a:extLst>
              <a:ext uri="{FF2B5EF4-FFF2-40B4-BE49-F238E27FC236}">
                <a16:creationId xmlns:a16="http://schemas.microsoft.com/office/drawing/2014/main" id="{30FA7A63-7B5E-990E-C6D7-65BC7658733F}"/>
              </a:ext>
            </a:extLst>
          </p:cNvPr>
          <p:cNvCxnSpPr>
            <a:cxnSpLocks/>
          </p:cNvCxnSpPr>
          <p:nvPr/>
        </p:nvCxnSpPr>
        <p:spPr>
          <a:xfrm>
            <a:off x="4012117" y="854570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7" name="Rectangle 296">
            <a:extLst>
              <a:ext uri="{FF2B5EF4-FFF2-40B4-BE49-F238E27FC236}">
                <a16:creationId xmlns:a16="http://schemas.microsoft.com/office/drawing/2014/main" id="{424CDBC8-4371-3F2C-1867-318FAE940C64}"/>
              </a:ext>
            </a:extLst>
          </p:cNvPr>
          <p:cNvSpPr/>
          <p:nvPr/>
        </p:nvSpPr>
        <p:spPr>
          <a:xfrm>
            <a:off x="4567832" y="647862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1C6F497B-097E-0FC0-6BE4-DAD84AB1B5AC}"/>
              </a:ext>
            </a:extLst>
          </p:cNvPr>
          <p:cNvCxnSpPr>
            <a:cxnSpLocks/>
          </p:cNvCxnSpPr>
          <p:nvPr/>
        </p:nvCxnSpPr>
        <p:spPr>
          <a:xfrm>
            <a:off x="5583555" y="843473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9" name="Rectangle 298">
            <a:extLst>
              <a:ext uri="{FF2B5EF4-FFF2-40B4-BE49-F238E27FC236}">
                <a16:creationId xmlns:a16="http://schemas.microsoft.com/office/drawing/2014/main" id="{593DE7D1-E6D7-4EB6-C587-53AEA76C934A}"/>
              </a:ext>
            </a:extLst>
          </p:cNvPr>
          <p:cNvSpPr/>
          <p:nvPr/>
        </p:nvSpPr>
        <p:spPr>
          <a:xfrm>
            <a:off x="6151335" y="66724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012EDF8D-D7F8-346B-71D4-DFAFDDDCA616}"/>
              </a:ext>
            </a:extLst>
          </p:cNvPr>
          <p:cNvSpPr/>
          <p:nvPr/>
        </p:nvSpPr>
        <p:spPr>
          <a:xfrm>
            <a:off x="6951435" y="66724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A818B8C8-536C-2F9B-0BF2-3D69D773405F}"/>
              </a:ext>
            </a:extLst>
          </p:cNvPr>
          <p:cNvSpPr/>
          <p:nvPr/>
        </p:nvSpPr>
        <p:spPr>
          <a:xfrm>
            <a:off x="6551385" y="66724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743A59B0-8C49-8F62-7236-73CA60838558}"/>
              </a:ext>
            </a:extLst>
          </p:cNvPr>
          <p:cNvSpPr/>
          <p:nvPr/>
        </p:nvSpPr>
        <p:spPr>
          <a:xfrm>
            <a:off x="6966914" y="1044117"/>
            <a:ext cx="400050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34D3BBA4-0E70-D08E-A2C1-E134BD12F2DA}"/>
              </a:ext>
            </a:extLst>
          </p:cNvPr>
          <p:cNvSpPr txBox="1"/>
          <p:nvPr/>
        </p:nvSpPr>
        <p:spPr>
          <a:xfrm>
            <a:off x="5786233" y="366898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65FD19CB-571B-1418-03DA-B0158906DFE4}"/>
              </a:ext>
            </a:extLst>
          </p:cNvPr>
          <p:cNvSpPr txBox="1"/>
          <p:nvPr/>
        </p:nvSpPr>
        <p:spPr>
          <a:xfrm>
            <a:off x="4483177" y="4154170"/>
            <a:ext cx="916255" cy="169277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500" b="1" dirty="0">
                <a:solidFill>
                  <a:schemeClr val="bg1"/>
                </a:solidFill>
              </a:rPr>
              <a:t>Attention weight</a:t>
            </a:r>
            <a:endParaRPr lang="ko-KR" altLang="en-US" sz="500" b="1" dirty="0">
              <a:solidFill>
                <a:schemeClr val="bg1"/>
              </a:solidFill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C4CE773F-C248-9264-A762-648190604585}"/>
              </a:ext>
            </a:extLst>
          </p:cNvPr>
          <p:cNvSpPr txBox="1"/>
          <p:nvPr/>
        </p:nvSpPr>
        <p:spPr>
          <a:xfrm>
            <a:off x="7028104" y="2685100"/>
            <a:ext cx="480575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600" b="1" dirty="0"/>
              <a:t>Sum(Input + Positional Encoding)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Softmax Result is similarity of tokens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Input dimension =</a:t>
            </a:r>
          </a:p>
          <a:p>
            <a:r>
              <a:rPr lang="en-US" altLang="ko-KR" sz="1600" b="1" dirty="0"/>
              <a:t>     Number of Multi-Head x Value dimension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 startAt="4"/>
            </a:pPr>
            <a:r>
              <a:rPr lang="en-US" altLang="ko-KR" sz="1600" b="1" dirty="0"/>
              <a:t>FFN is usually increasing 4 times dimension</a:t>
            </a:r>
          </a:p>
          <a:p>
            <a:r>
              <a:rPr lang="en-US" altLang="ko-KR" sz="1600" b="1" dirty="0"/>
              <a:t>     and get it back</a:t>
            </a:r>
            <a:endParaRPr lang="ko-KR" altLang="en-US" sz="1600" b="1" dirty="0"/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D181DB68-8864-D051-A592-6A819E2FC3F6}"/>
              </a:ext>
            </a:extLst>
          </p:cNvPr>
          <p:cNvSpPr txBox="1"/>
          <p:nvPr/>
        </p:nvSpPr>
        <p:spPr>
          <a:xfrm>
            <a:off x="226549" y="135158"/>
            <a:ext cx="1164101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Encoder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983E05F8-72F5-C0BA-772B-72DB61827C92}"/>
              </a:ext>
            </a:extLst>
          </p:cNvPr>
          <p:cNvSpPr txBox="1"/>
          <p:nvPr/>
        </p:nvSpPr>
        <p:spPr>
          <a:xfrm rot="19546589">
            <a:off x="3309889" y="3059866"/>
            <a:ext cx="5545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…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675804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39C85-39A2-3FB8-4057-A07F9F94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6BD56A73-1E99-6113-449A-E500DEEF232B}"/>
              </a:ext>
            </a:extLst>
          </p:cNvPr>
          <p:cNvCxnSpPr>
            <a:cxnSpLocks/>
          </p:cNvCxnSpPr>
          <p:nvPr/>
        </p:nvCxnSpPr>
        <p:spPr>
          <a:xfrm flipV="1">
            <a:off x="5583555" y="2430146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F9778990-5300-E48C-57E5-FA0F42EC2C04}"/>
              </a:ext>
            </a:extLst>
          </p:cNvPr>
          <p:cNvCxnSpPr>
            <a:cxnSpLocks/>
            <a:stCxn id="314" idx="0"/>
            <a:endCxn id="257" idx="3"/>
          </p:cNvCxnSpPr>
          <p:nvPr/>
        </p:nvCxnSpPr>
        <p:spPr>
          <a:xfrm flipH="1" flipV="1">
            <a:off x="4652487" y="1668147"/>
            <a:ext cx="911343" cy="3814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7CCD6354-1D53-4230-9ACE-B95041023499}"/>
              </a:ext>
            </a:extLst>
          </p:cNvPr>
          <p:cNvCxnSpPr>
            <a:cxnSpLocks/>
            <a:endCxn id="257" idx="3"/>
          </p:cNvCxnSpPr>
          <p:nvPr/>
        </p:nvCxnSpPr>
        <p:spPr>
          <a:xfrm flipH="1" flipV="1">
            <a:off x="4652487" y="1668147"/>
            <a:ext cx="691753" cy="1267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7B9A963F-D343-6C32-E103-F73A6B769380}"/>
              </a:ext>
            </a:extLst>
          </p:cNvPr>
          <p:cNvSpPr/>
          <p:nvPr/>
        </p:nvSpPr>
        <p:spPr>
          <a:xfrm>
            <a:off x="4118489" y="1852297"/>
            <a:ext cx="5339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4x(4x4)</a:t>
            </a:r>
            <a:endParaRPr lang="ko-KR" altLang="en-US" sz="800" dirty="0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4D8C9C3B-EF00-B570-5E47-FEB663721D5E}"/>
              </a:ext>
            </a:extLst>
          </p:cNvPr>
          <p:cNvSpPr/>
          <p:nvPr/>
        </p:nvSpPr>
        <p:spPr>
          <a:xfrm>
            <a:off x="3789918" y="1480822"/>
            <a:ext cx="862569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concat</a:t>
            </a:r>
            <a:endParaRPr lang="ko-KR" altLang="en-US" sz="1000" dirty="0"/>
          </a:p>
        </p:txBody>
      </p:sp>
      <p:cxnSp>
        <p:nvCxnSpPr>
          <p:cNvPr id="258" name="Straight Arrow Connector 257">
            <a:extLst>
              <a:ext uri="{FF2B5EF4-FFF2-40B4-BE49-F238E27FC236}">
                <a16:creationId xmlns:a16="http://schemas.microsoft.com/office/drawing/2014/main" id="{15E5445F-4046-0A17-ECCA-748A8860C35B}"/>
              </a:ext>
            </a:extLst>
          </p:cNvPr>
          <p:cNvCxnSpPr>
            <a:cxnSpLocks/>
            <a:stCxn id="257" idx="1"/>
          </p:cNvCxnSpPr>
          <p:nvPr/>
        </p:nvCxnSpPr>
        <p:spPr>
          <a:xfrm flipH="1" flipV="1">
            <a:off x="2278380" y="1659099"/>
            <a:ext cx="1511538" cy="9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5" name="Rectangle 264">
            <a:extLst>
              <a:ext uri="{FF2B5EF4-FFF2-40B4-BE49-F238E27FC236}">
                <a16:creationId xmlns:a16="http://schemas.microsoft.com/office/drawing/2014/main" id="{F7C4C16D-DBCE-71DD-0AC9-5A0A818A369E}"/>
              </a:ext>
            </a:extLst>
          </p:cNvPr>
          <p:cNvSpPr/>
          <p:nvPr/>
        </p:nvSpPr>
        <p:spPr>
          <a:xfrm>
            <a:off x="2912902" y="1477647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O</a:t>
            </a:r>
            <a:endParaRPr lang="ko-KR" altLang="en-US" sz="100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CC06D902-DD2E-C523-38C7-691B87E260C4}"/>
              </a:ext>
            </a:extLst>
          </p:cNvPr>
          <p:cNvSpPr/>
          <p:nvPr/>
        </p:nvSpPr>
        <p:spPr>
          <a:xfrm>
            <a:off x="2677078" y="1859123"/>
            <a:ext cx="64952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16x(4x4)</a:t>
            </a:r>
            <a:endParaRPr lang="ko-KR" altLang="en-US" sz="800" dirty="0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E1FE178C-F859-909F-B7A7-83A93D3F97AD}"/>
              </a:ext>
            </a:extLst>
          </p:cNvPr>
          <p:cNvSpPr/>
          <p:nvPr/>
        </p:nvSpPr>
        <p:spPr>
          <a:xfrm>
            <a:off x="1903751" y="1835788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A4627EF-EBBF-72D1-77B4-DBA2086FE888}"/>
              </a:ext>
            </a:extLst>
          </p:cNvPr>
          <p:cNvSpPr txBox="1"/>
          <p:nvPr/>
        </p:nvSpPr>
        <p:spPr>
          <a:xfrm rot="20350822">
            <a:off x="68958" y="2480825"/>
            <a:ext cx="2481770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Masked Multi-Head Attention X 4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A0A68E88-0E36-0ACE-F3D4-085113E09E19}"/>
              </a:ext>
            </a:extLst>
          </p:cNvPr>
          <p:cNvSpPr txBox="1"/>
          <p:nvPr/>
        </p:nvSpPr>
        <p:spPr>
          <a:xfrm>
            <a:off x="458552" y="1142374"/>
            <a:ext cx="1058303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MHA 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AB5A8D09-B308-5F94-1318-9DE8764D0675}"/>
              </a:ext>
            </a:extLst>
          </p:cNvPr>
          <p:cNvCxnSpPr>
            <a:cxnSpLocks/>
          </p:cNvCxnSpPr>
          <p:nvPr/>
        </p:nvCxnSpPr>
        <p:spPr>
          <a:xfrm flipV="1">
            <a:off x="1688247" y="835187"/>
            <a:ext cx="0" cy="6237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7" name="Rectangle 286">
            <a:extLst>
              <a:ext uri="{FF2B5EF4-FFF2-40B4-BE49-F238E27FC236}">
                <a16:creationId xmlns:a16="http://schemas.microsoft.com/office/drawing/2014/main" id="{2236E470-5E7B-3FA6-2F0A-8DE2177A92D1}"/>
              </a:ext>
            </a:extLst>
          </p:cNvPr>
          <p:cNvSpPr/>
          <p:nvPr/>
        </p:nvSpPr>
        <p:spPr>
          <a:xfrm>
            <a:off x="1182370" y="653745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8270F5C3-0641-393E-7941-2A6FFE9FF2EB}"/>
              </a:ext>
            </a:extLst>
          </p:cNvPr>
          <p:cNvCxnSpPr>
            <a:cxnSpLocks/>
          </p:cNvCxnSpPr>
          <p:nvPr/>
        </p:nvCxnSpPr>
        <p:spPr>
          <a:xfrm>
            <a:off x="2215861" y="835187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3" name="TextBox 302">
            <a:extLst>
              <a:ext uri="{FF2B5EF4-FFF2-40B4-BE49-F238E27FC236}">
                <a16:creationId xmlns:a16="http://schemas.microsoft.com/office/drawing/2014/main" id="{C0D0B359-5A6D-A7F8-E789-92B96E25ADDC}"/>
              </a:ext>
            </a:extLst>
          </p:cNvPr>
          <p:cNvSpPr txBox="1"/>
          <p:nvPr/>
        </p:nvSpPr>
        <p:spPr>
          <a:xfrm>
            <a:off x="2433433" y="366898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624BA96-9007-974D-E766-417D7E1DF530}"/>
              </a:ext>
            </a:extLst>
          </p:cNvPr>
          <p:cNvSpPr/>
          <p:nvPr/>
        </p:nvSpPr>
        <p:spPr>
          <a:xfrm>
            <a:off x="1716880" y="2607946"/>
            <a:ext cx="5445920" cy="212090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6EAA7C8B-EA9C-28AE-41F8-CC5CF2CF2D30}"/>
              </a:ext>
            </a:extLst>
          </p:cNvPr>
          <p:cNvSpPr/>
          <p:nvPr/>
        </p:nvSpPr>
        <p:spPr>
          <a:xfrm>
            <a:off x="1316830" y="39176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9577849-F82A-2311-52FD-A26CD11D80EB}"/>
              </a:ext>
            </a:extLst>
          </p:cNvPr>
          <p:cNvSpPr/>
          <p:nvPr/>
        </p:nvSpPr>
        <p:spPr>
          <a:xfrm>
            <a:off x="1316830" y="32953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6EB4575-EEA5-84C1-1379-00BD0EA25B1F}"/>
              </a:ext>
            </a:extLst>
          </p:cNvPr>
          <p:cNvSpPr/>
          <p:nvPr/>
        </p:nvSpPr>
        <p:spPr>
          <a:xfrm>
            <a:off x="1316830" y="267303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5D2564-05CE-3E16-4D58-7660D34934D6}"/>
              </a:ext>
            </a:extLst>
          </p:cNvPr>
          <p:cNvSpPr/>
          <p:nvPr/>
        </p:nvSpPr>
        <p:spPr>
          <a:xfrm>
            <a:off x="1364455" y="4289108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02623A3D-D273-7B05-6E01-DA88DCFB0423}"/>
              </a:ext>
            </a:extLst>
          </p:cNvPr>
          <p:cNvSpPr/>
          <p:nvPr/>
        </p:nvSpPr>
        <p:spPr>
          <a:xfrm>
            <a:off x="1364455" y="3676333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97B5035-A627-1F6E-92EA-9ABB9BE6D4FC}"/>
              </a:ext>
            </a:extLst>
          </p:cNvPr>
          <p:cNvSpPr/>
          <p:nvPr/>
        </p:nvSpPr>
        <p:spPr>
          <a:xfrm>
            <a:off x="1282066" y="3054033"/>
            <a:ext cx="434814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3EEAE54-7366-4C0A-8533-3A95538DEDBD}"/>
              </a:ext>
            </a:extLst>
          </p:cNvPr>
          <p:cNvSpPr txBox="1"/>
          <p:nvPr/>
        </p:nvSpPr>
        <p:spPr>
          <a:xfrm>
            <a:off x="4483177" y="4154170"/>
            <a:ext cx="916255" cy="169277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500" b="1" dirty="0">
                <a:solidFill>
                  <a:schemeClr val="bg1"/>
                </a:solidFill>
              </a:rPr>
              <a:t>Attention weight</a:t>
            </a:r>
            <a:endParaRPr lang="ko-KR" altLang="en-US" sz="500" b="1" dirty="0">
              <a:solidFill>
                <a:schemeClr val="bg1"/>
              </a:solidFill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3B876C24-9496-A285-0263-373AD0BB2FA1}"/>
              </a:ext>
            </a:extLst>
          </p:cNvPr>
          <p:cNvSpPr txBox="1"/>
          <p:nvPr/>
        </p:nvSpPr>
        <p:spPr>
          <a:xfrm rot="19546589">
            <a:off x="3309889" y="3059866"/>
            <a:ext cx="5545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…</a:t>
            </a:r>
            <a:endParaRPr lang="ko-KR" altLang="en-US" b="1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68B1C5-EC91-4E7D-0218-B2DD19268AEB}"/>
              </a:ext>
            </a:extLst>
          </p:cNvPr>
          <p:cNvSpPr/>
          <p:nvPr/>
        </p:nvSpPr>
        <p:spPr>
          <a:xfrm>
            <a:off x="9906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1F9D150-69D7-2C46-3680-8670BF59BEFD}"/>
              </a:ext>
            </a:extLst>
          </p:cNvPr>
          <p:cNvSpPr/>
          <p:nvPr/>
        </p:nvSpPr>
        <p:spPr>
          <a:xfrm>
            <a:off x="179070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1E884C0E-C6A3-B343-FB9B-05746BBC4061}"/>
              </a:ext>
            </a:extLst>
          </p:cNvPr>
          <p:cNvSpPr/>
          <p:nvPr/>
        </p:nvSpPr>
        <p:spPr>
          <a:xfrm>
            <a:off x="1390650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AA41F11-6D5A-815D-3B9D-61493E8457F5}"/>
              </a:ext>
            </a:extLst>
          </p:cNvPr>
          <p:cNvSpPr/>
          <p:nvPr/>
        </p:nvSpPr>
        <p:spPr>
          <a:xfrm>
            <a:off x="1803401" y="6256020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29A01D6-EBE5-47E9-EB96-5DA0030307F9}"/>
              </a:ext>
            </a:extLst>
          </p:cNvPr>
          <p:cNvCxnSpPr>
            <a:cxnSpLocks/>
          </p:cNvCxnSpPr>
          <p:nvPr/>
        </p:nvCxnSpPr>
        <p:spPr>
          <a:xfrm flipV="1">
            <a:off x="1590675" y="5627370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9C202275-683C-32FC-7A5F-FB28DACBF8A7}"/>
              </a:ext>
            </a:extLst>
          </p:cNvPr>
          <p:cNvSpPr/>
          <p:nvPr/>
        </p:nvSpPr>
        <p:spPr>
          <a:xfrm>
            <a:off x="871854" y="3584260"/>
            <a:ext cx="5757546" cy="20450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D4914B-8A99-1C53-F5A4-A3ECFC6574D8}"/>
              </a:ext>
            </a:extLst>
          </p:cNvPr>
          <p:cNvSpPr/>
          <p:nvPr/>
        </p:nvSpPr>
        <p:spPr>
          <a:xfrm>
            <a:off x="471805" y="498157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6C91D92-5F27-21C5-1AF7-7150E8C79979}"/>
              </a:ext>
            </a:extLst>
          </p:cNvPr>
          <p:cNvSpPr/>
          <p:nvPr/>
        </p:nvSpPr>
        <p:spPr>
          <a:xfrm>
            <a:off x="471805" y="435927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F152C19-43ED-7740-2DC2-B290957BCCB2}"/>
              </a:ext>
            </a:extLst>
          </p:cNvPr>
          <p:cNvSpPr/>
          <p:nvPr/>
        </p:nvSpPr>
        <p:spPr>
          <a:xfrm>
            <a:off x="471805" y="373697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416D2175-8C13-C622-5F11-82DBC28F8A30}"/>
              </a:ext>
            </a:extLst>
          </p:cNvPr>
          <p:cNvCxnSpPr>
            <a:cxnSpLocks/>
          </p:cNvCxnSpPr>
          <p:nvPr/>
        </p:nvCxnSpPr>
        <p:spPr>
          <a:xfrm flipV="1">
            <a:off x="881372" y="5168900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E1606A5C-29F2-8348-AFA3-CAD0D917B2F7}"/>
              </a:ext>
            </a:extLst>
          </p:cNvPr>
          <p:cNvCxnSpPr>
            <a:cxnSpLocks/>
          </p:cNvCxnSpPr>
          <p:nvPr/>
        </p:nvCxnSpPr>
        <p:spPr>
          <a:xfrm>
            <a:off x="2692042" y="5148260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5FCFBEC9-F720-51E8-0D1F-3204D93B4049}"/>
              </a:ext>
            </a:extLst>
          </p:cNvPr>
          <p:cNvSpPr/>
          <p:nvPr/>
        </p:nvSpPr>
        <p:spPr>
          <a:xfrm>
            <a:off x="3349951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8F3F291-CBD6-9093-27EC-E114DF9A382E}"/>
              </a:ext>
            </a:extLst>
          </p:cNvPr>
          <p:cNvSpPr/>
          <p:nvPr/>
        </p:nvSpPr>
        <p:spPr>
          <a:xfrm>
            <a:off x="4150051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22A3E3D-9EF9-2009-2139-AC4BFCAC9534}"/>
              </a:ext>
            </a:extLst>
          </p:cNvPr>
          <p:cNvSpPr/>
          <p:nvPr/>
        </p:nvSpPr>
        <p:spPr>
          <a:xfrm>
            <a:off x="3750001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00C23C2F-F332-815C-109B-A920E4BF5766}"/>
              </a:ext>
            </a:extLst>
          </p:cNvPr>
          <p:cNvCxnSpPr>
            <a:cxnSpLocks/>
          </p:cNvCxnSpPr>
          <p:nvPr/>
        </p:nvCxnSpPr>
        <p:spPr>
          <a:xfrm flipV="1">
            <a:off x="881372" y="4537075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34C55340-DDE2-952C-7864-DE201001283B}"/>
              </a:ext>
            </a:extLst>
          </p:cNvPr>
          <p:cNvCxnSpPr>
            <a:cxnSpLocks/>
          </p:cNvCxnSpPr>
          <p:nvPr/>
        </p:nvCxnSpPr>
        <p:spPr>
          <a:xfrm>
            <a:off x="2703117" y="4549773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3CFE5EF-2D1D-AB91-0442-1AD9E6EBE5C0}"/>
              </a:ext>
            </a:extLst>
          </p:cNvPr>
          <p:cNvSpPr/>
          <p:nvPr/>
        </p:nvSpPr>
        <p:spPr>
          <a:xfrm>
            <a:off x="3349951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2A330215-F175-2CA4-3664-99E7728652F1}"/>
              </a:ext>
            </a:extLst>
          </p:cNvPr>
          <p:cNvSpPr/>
          <p:nvPr/>
        </p:nvSpPr>
        <p:spPr>
          <a:xfrm>
            <a:off x="4150051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FC9D5B73-B2FC-923A-D399-348698DEAEFE}"/>
              </a:ext>
            </a:extLst>
          </p:cNvPr>
          <p:cNvSpPr/>
          <p:nvPr/>
        </p:nvSpPr>
        <p:spPr>
          <a:xfrm>
            <a:off x="3750001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91558FF-9BF3-00E6-8C4A-77BE90E22211}"/>
              </a:ext>
            </a:extLst>
          </p:cNvPr>
          <p:cNvSpPr/>
          <p:nvPr/>
        </p:nvSpPr>
        <p:spPr>
          <a:xfrm>
            <a:off x="456900" y="5353050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92C18C75-55C8-E6D6-23AD-B036BBA4F02E}"/>
              </a:ext>
            </a:extLst>
          </p:cNvPr>
          <p:cNvSpPr/>
          <p:nvPr/>
        </p:nvSpPr>
        <p:spPr>
          <a:xfrm>
            <a:off x="456900" y="4740275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D3EE204C-B816-C5D5-120C-393CB9D3DB92}"/>
              </a:ext>
            </a:extLst>
          </p:cNvPr>
          <p:cNvSpPr/>
          <p:nvPr/>
        </p:nvSpPr>
        <p:spPr>
          <a:xfrm>
            <a:off x="456899" y="4117975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A5BA921F-DC0D-4810-FEE7-163EC8B03C30}"/>
              </a:ext>
            </a:extLst>
          </p:cNvPr>
          <p:cNvSpPr/>
          <p:nvPr/>
        </p:nvSpPr>
        <p:spPr>
          <a:xfrm>
            <a:off x="4207200" y="5353050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CEDD3133-AA54-D97A-B0AC-59948D779268}"/>
              </a:ext>
            </a:extLst>
          </p:cNvPr>
          <p:cNvSpPr/>
          <p:nvPr/>
        </p:nvSpPr>
        <p:spPr>
          <a:xfrm>
            <a:off x="4204026" y="472757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D98C93EC-268D-F6BE-CF1F-7A686E79BB2F}"/>
              </a:ext>
            </a:extLst>
          </p:cNvPr>
          <p:cNvCxnSpPr>
            <a:cxnSpLocks/>
          </p:cNvCxnSpPr>
          <p:nvPr/>
        </p:nvCxnSpPr>
        <p:spPr>
          <a:xfrm>
            <a:off x="4562801" y="4537075"/>
            <a:ext cx="446088" cy="311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41AD46F2-9713-ADD5-B264-F62EFF916534}"/>
              </a:ext>
            </a:extLst>
          </p:cNvPr>
          <p:cNvCxnSpPr>
            <a:cxnSpLocks/>
          </p:cNvCxnSpPr>
          <p:nvPr/>
        </p:nvCxnSpPr>
        <p:spPr>
          <a:xfrm flipV="1">
            <a:off x="4556451" y="4848225"/>
            <a:ext cx="452438" cy="3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47D1CC7-1342-A85C-B0D7-12B4F200A611}"/>
              </a:ext>
            </a:extLst>
          </p:cNvPr>
          <p:cNvSpPr/>
          <p:nvPr/>
        </p:nvSpPr>
        <p:spPr>
          <a:xfrm>
            <a:off x="4890851" y="401318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5035C418-3EEF-1DF7-87AC-273193C861E1}"/>
              </a:ext>
            </a:extLst>
          </p:cNvPr>
          <p:cNvSpPr/>
          <p:nvPr/>
        </p:nvSpPr>
        <p:spPr>
          <a:xfrm>
            <a:off x="5564980" y="402271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I</a:t>
            </a:r>
            <a:endParaRPr lang="ko-KR" altLang="en-US" sz="600" dirty="0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9BEC6246-2AEB-2CD8-3A96-461DBB3C50F0}"/>
              </a:ext>
            </a:extLst>
          </p:cNvPr>
          <p:cNvSpPr/>
          <p:nvPr/>
        </p:nvSpPr>
        <p:spPr>
          <a:xfrm>
            <a:off x="6187280" y="402271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you</a:t>
            </a:r>
            <a:endParaRPr lang="ko-KR" altLang="en-US" sz="600" dirty="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2CF72B22-2BD3-503F-68DE-9CF2575EC0F9}"/>
              </a:ext>
            </a:extLst>
          </p:cNvPr>
          <p:cNvSpPr/>
          <p:nvPr/>
        </p:nvSpPr>
        <p:spPr>
          <a:xfrm>
            <a:off x="5876130" y="402271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like</a:t>
            </a:r>
            <a:endParaRPr lang="ko-KR" altLang="en-US" sz="600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9A4B9B2B-D168-6B1B-10B0-21B3168EC00D}"/>
              </a:ext>
            </a:extLst>
          </p:cNvPr>
          <p:cNvSpPr/>
          <p:nvPr/>
        </p:nvSpPr>
        <p:spPr>
          <a:xfrm rot="16200000">
            <a:off x="5004920" y="459501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I</a:t>
            </a:r>
            <a:endParaRPr lang="ko-KR" altLang="en-US" sz="600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E1B927E-094C-0193-03A4-240A9FD21BC6}"/>
              </a:ext>
            </a:extLst>
          </p:cNvPr>
          <p:cNvSpPr/>
          <p:nvPr/>
        </p:nvSpPr>
        <p:spPr>
          <a:xfrm rot="16200000">
            <a:off x="5004921" y="522128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you</a:t>
            </a:r>
            <a:endParaRPr lang="ko-KR" altLang="en-US" sz="600" dirty="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2F9BEFAE-015E-D158-4402-002245A030B9}"/>
              </a:ext>
            </a:extLst>
          </p:cNvPr>
          <p:cNvSpPr/>
          <p:nvPr/>
        </p:nvSpPr>
        <p:spPr>
          <a:xfrm rot="16200000">
            <a:off x="5004921" y="4912516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like</a:t>
            </a:r>
            <a:endParaRPr lang="ko-KR" altLang="en-US" sz="600" dirty="0"/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E1EB26DF-A404-0315-D0C4-C8A7460429F0}"/>
              </a:ext>
            </a:extLst>
          </p:cNvPr>
          <p:cNvCxnSpPr>
            <a:cxnSpLocks/>
          </p:cNvCxnSpPr>
          <p:nvPr/>
        </p:nvCxnSpPr>
        <p:spPr>
          <a:xfrm flipH="1" flipV="1">
            <a:off x="5754342" y="3338515"/>
            <a:ext cx="12410" cy="684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5137DF27-D0F8-EEA2-3B32-7BE5C5B6858A}"/>
              </a:ext>
            </a:extLst>
          </p:cNvPr>
          <p:cNvCxnSpPr>
            <a:cxnSpLocks/>
          </p:cNvCxnSpPr>
          <p:nvPr/>
        </p:nvCxnSpPr>
        <p:spPr>
          <a:xfrm flipV="1">
            <a:off x="887722" y="3930650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1C4554B4-358F-ABB9-8AE0-8F1C76D0210D}"/>
              </a:ext>
            </a:extLst>
          </p:cNvPr>
          <p:cNvCxnSpPr>
            <a:cxnSpLocks/>
          </p:cNvCxnSpPr>
          <p:nvPr/>
        </p:nvCxnSpPr>
        <p:spPr>
          <a:xfrm>
            <a:off x="2705178" y="3922710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Rectangle 175">
            <a:extLst>
              <a:ext uri="{FF2B5EF4-FFF2-40B4-BE49-F238E27FC236}">
                <a16:creationId xmlns:a16="http://schemas.microsoft.com/office/drawing/2014/main" id="{B1D2CDBB-8B00-DF1C-3E2B-CE46353AC136}"/>
              </a:ext>
            </a:extLst>
          </p:cNvPr>
          <p:cNvSpPr/>
          <p:nvPr/>
        </p:nvSpPr>
        <p:spPr>
          <a:xfrm>
            <a:off x="3368997" y="37433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03304A73-BDC0-4097-4D87-5C54219A7EF1}"/>
              </a:ext>
            </a:extLst>
          </p:cNvPr>
          <p:cNvSpPr/>
          <p:nvPr/>
        </p:nvSpPr>
        <p:spPr>
          <a:xfrm>
            <a:off x="4169097" y="37433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B3BD56C9-AEEE-F39C-A7C7-87A9DB053773}"/>
              </a:ext>
            </a:extLst>
          </p:cNvPr>
          <p:cNvSpPr/>
          <p:nvPr/>
        </p:nvSpPr>
        <p:spPr>
          <a:xfrm>
            <a:off x="3769047" y="37433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083B7D-4295-768C-C622-13E6AB827C98}"/>
              </a:ext>
            </a:extLst>
          </p:cNvPr>
          <p:cNvSpPr/>
          <p:nvPr/>
        </p:nvSpPr>
        <p:spPr>
          <a:xfrm>
            <a:off x="4216722" y="412432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2F8BE267-53FA-E1CD-E1C8-8AACB7E8000B}"/>
              </a:ext>
            </a:extLst>
          </p:cNvPr>
          <p:cNvCxnSpPr>
            <a:cxnSpLocks/>
          </p:cNvCxnSpPr>
          <p:nvPr/>
        </p:nvCxnSpPr>
        <p:spPr>
          <a:xfrm>
            <a:off x="4579897" y="3895720"/>
            <a:ext cx="11762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752CF78-DD34-89D4-CBED-D53BC426B9BC}"/>
              </a:ext>
            </a:extLst>
          </p:cNvPr>
          <p:cNvSpPr txBox="1"/>
          <p:nvPr/>
        </p:nvSpPr>
        <p:spPr>
          <a:xfrm>
            <a:off x="2279272" y="6256020"/>
            <a:ext cx="543739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Input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397EBC5E-F293-E163-2453-F13B3E1B448B}"/>
              </a:ext>
            </a:extLst>
          </p:cNvPr>
          <p:cNvCxnSpPr>
            <a:cxnSpLocks/>
          </p:cNvCxnSpPr>
          <p:nvPr/>
        </p:nvCxnSpPr>
        <p:spPr>
          <a:xfrm flipH="1">
            <a:off x="1590675" y="5751195"/>
            <a:ext cx="10864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91D636-549F-FFC5-4410-8EC6E931BBC3}"/>
              </a:ext>
            </a:extLst>
          </p:cNvPr>
          <p:cNvSpPr/>
          <p:nvPr/>
        </p:nvSpPr>
        <p:spPr>
          <a:xfrm>
            <a:off x="26650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1</a:t>
            </a:r>
            <a:endParaRPr lang="ko-KR" altLang="en-US" sz="600" dirty="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C8C32A54-B43E-E680-3549-9716BAE85FFB}"/>
              </a:ext>
            </a:extLst>
          </p:cNvPr>
          <p:cNvSpPr/>
          <p:nvPr/>
        </p:nvSpPr>
        <p:spPr>
          <a:xfrm>
            <a:off x="328735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3</a:t>
            </a:r>
            <a:endParaRPr lang="ko-KR" altLang="en-US" sz="600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815997F-3C1C-3E82-3AE9-0EB116E339F2}"/>
              </a:ext>
            </a:extLst>
          </p:cNvPr>
          <p:cNvSpPr/>
          <p:nvPr/>
        </p:nvSpPr>
        <p:spPr>
          <a:xfrm>
            <a:off x="297620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2</a:t>
            </a:r>
            <a:endParaRPr lang="ko-KR" altLang="en-US" sz="600" dirty="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D963535-9267-1537-33FC-8952AEFA36E0}"/>
              </a:ext>
            </a:extLst>
          </p:cNvPr>
          <p:cNvSpPr/>
          <p:nvPr/>
        </p:nvSpPr>
        <p:spPr>
          <a:xfrm>
            <a:off x="3518374" y="5871845"/>
            <a:ext cx="4015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9D05502-1278-2F72-F842-E4C323867B47}"/>
              </a:ext>
            </a:extLst>
          </p:cNvPr>
          <p:cNvSpPr txBox="1"/>
          <p:nvPr/>
        </p:nvSpPr>
        <p:spPr>
          <a:xfrm>
            <a:off x="3960336" y="5787394"/>
            <a:ext cx="1516762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Positional Encoding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431015A9-5619-7D89-09DD-CA73686EAA79}"/>
              </a:ext>
            </a:extLst>
          </p:cNvPr>
          <p:cNvSpPr/>
          <p:nvPr/>
        </p:nvSpPr>
        <p:spPr>
          <a:xfrm>
            <a:off x="587653" y="587502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C9E4F206-F286-FDA3-2BD9-FDA82618BCC3}"/>
              </a:ext>
            </a:extLst>
          </p:cNvPr>
          <p:cNvSpPr/>
          <p:nvPr/>
        </p:nvSpPr>
        <p:spPr>
          <a:xfrm>
            <a:off x="3598505" y="5682298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4</a:t>
            </a:r>
            <a:endParaRPr lang="ko-KR" altLang="en-US" sz="600" dirty="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DACDB6F-A5B3-1446-2742-E1306444C90C}"/>
              </a:ext>
            </a:extLst>
          </p:cNvPr>
          <p:cNvSpPr/>
          <p:nvPr/>
        </p:nvSpPr>
        <p:spPr>
          <a:xfrm>
            <a:off x="1492598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5498679D-047E-BFA9-4294-9A018D19AB13}"/>
              </a:ext>
            </a:extLst>
          </p:cNvPr>
          <p:cNvSpPr/>
          <p:nvPr/>
        </p:nvSpPr>
        <p:spPr>
          <a:xfrm>
            <a:off x="2292698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900A774-88C9-4DBF-A33D-AC6F538BB19B}"/>
              </a:ext>
            </a:extLst>
          </p:cNvPr>
          <p:cNvSpPr/>
          <p:nvPr/>
        </p:nvSpPr>
        <p:spPr>
          <a:xfrm>
            <a:off x="1892648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80E44F9D-EB45-5F73-AF5E-9EF42819041B}"/>
              </a:ext>
            </a:extLst>
          </p:cNvPr>
          <p:cNvSpPr/>
          <p:nvPr/>
        </p:nvSpPr>
        <p:spPr>
          <a:xfrm>
            <a:off x="1089651" y="374205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223CCA10-2834-D763-FC5A-CE29F087C993}"/>
              </a:ext>
            </a:extLst>
          </p:cNvPr>
          <p:cNvSpPr/>
          <p:nvPr/>
        </p:nvSpPr>
        <p:spPr>
          <a:xfrm>
            <a:off x="1500250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AC74AFC5-9981-F603-A146-4FA187340DB2}"/>
              </a:ext>
            </a:extLst>
          </p:cNvPr>
          <p:cNvSpPr/>
          <p:nvPr/>
        </p:nvSpPr>
        <p:spPr>
          <a:xfrm>
            <a:off x="2300350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C68014C-130E-025D-91DE-F2D7F7EDCDEB}"/>
              </a:ext>
            </a:extLst>
          </p:cNvPr>
          <p:cNvSpPr/>
          <p:nvPr/>
        </p:nvSpPr>
        <p:spPr>
          <a:xfrm>
            <a:off x="1900300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3994D0D0-798A-0047-96AF-62108F10CD67}"/>
              </a:ext>
            </a:extLst>
          </p:cNvPr>
          <p:cNvSpPr/>
          <p:nvPr/>
        </p:nvSpPr>
        <p:spPr>
          <a:xfrm>
            <a:off x="1097303" y="435672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29B0F693-E137-8EF0-FA21-27187EAABFE9}"/>
              </a:ext>
            </a:extLst>
          </p:cNvPr>
          <p:cNvSpPr/>
          <p:nvPr/>
        </p:nvSpPr>
        <p:spPr>
          <a:xfrm>
            <a:off x="1500250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448D1CB0-BCE8-F722-85D5-C6A8161A8364}"/>
              </a:ext>
            </a:extLst>
          </p:cNvPr>
          <p:cNvSpPr/>
          <p:nvPr/>
        </p:nvSpPr>
        <p:spPr>
          <a:xfrm>
            <a:off x="2300350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A68742D-77AC-C54A-A079-6603014AFB7B}"/>
              </a:ext>
            </a:extLst>
          </p:cNvPr>
          <p:cNvSpPr/>
          <p:nvPr/>
        </p:nvSpPr>
        <p:spPr>
          <a:xfrm>
            <a:off x="1900300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11370A6A-5D88-113C-98FC-49FA832F4309}"/>
              </a:ext>
            </a:extLst>
          </p:cNvPr>
          <p:cNvSpPr/>
          <p:nvPr/>
        </p:nvSpPr>
        <p:spPr>
          <a:xfrm>
            <a:off x="1097303" y="496065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6F40CDEB-9989-AD3C-FCC4-4C90AB834AAC}"/>
              </a:ext>
            </a:extLst>
          </p:cNvPr>
          <p:cNvSpPr/>
          <p:nvPr/>
        </p:nvSpPr>
        <p:spPr>
          <a:xfrm>
            <a:off x="2964178" y="374173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6153599F-92E8-9F07-EEC6-68C834583055}"/>
              </a:ext>
            </a:extLst>
          </p:cNvPr>
          <p:cNvSpPr/>
          <p:nvPr/>
        </p:nvSpPr>
        <p:spPr>
          <a:xfrm>
            <a:off x="2961014" y="434975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CB417FB-C7CF-8DC5-355B-854F252BA9A0}"/>
              </a:ext>
            </a:extLst>
          </p:cNvPr>
          <p:cNvSpPr/>
          <p:nvPr/>
        </p:nvSpPr>
        <p:spPr>
          <a:xfrm>
            <a:off x="2950804" y="49815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407F63E-6AED-F942-1298-14D5722DB04F}"/>
              </a:ext>
            </a:extLst>
          </p:cNvPr>
          <p:cNvSpPr/>
          <p:nvPr/>
        </p:nvSpPr>
        <p:spPr>
          <a:xfrm rot="16200000">
            <a:off x="5003333" y="4275131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/>
              <a:t>BOS</a:t>
            </a:r>
            <a:endParaRPr lang="ko-KR" altLang="en-US" sz="500" dirty="0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F13DE6EC-503C-7E32-D292-C4E9D57966B3}"/>
              </a:ext>
            </a:extLst>
          </p:cNvPr>
          <p:cNvSpPr/>
          <p:nvPr/>
        </p:nvSpPr>
        <p:spPr>
          <a:xfrm>
            <a:off x="5250815" y="402224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/>
              <a:t>BOS</a:t>
            </a:r>
            <a:endParaRPr lang="ko-KR" altLang="en-US" sz="500" dirty="0"/>
          </a:p>
        </p:txBody>
      </p:sp>
      <p:sp>
        <p:nvSpPr>
          <p:cNvPr id="286" name="Right Triangle 285">
            <a:extLst>
              <a:ext uri="{FF2B5EF4-FFF2-40B4-BE49-F238E27FC236}">
                <a16:creationId xmlns:a16="http://schemas.microsoft.com/office/drawing/2014/main" id="{F8BED5FD-6F47-8E54-D94D-FA52F6F1AA5E}"/>
              </a:ext>
            </a:extLst>
          </p:cNvPr>
          <p:cNvSpPr/>
          <p:nvPr/>
        </p:nvSpPr>
        <p:spPr>
          <a:xfrm rot="10800000">
            <a:off x="5369251" y="4273388"/>
            <a:ext cx="1086486" cy="1006799"/>
          </a:xfrm>
          <a:prstGeom prst="rtTriangle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D4AC5A95-BC1C-3E49-D9D8-17A9F740440C}"/>
              </a:ext>
            </a:extLst>
          </p:cNvPr>
          <p:cNvSpPr/>
          <p:nvPr/>
        </p:nvSpPr>
        <p:spPr>
          <a:xfrm>
            <a:off x="5814772" y="4392092"/>
            <a:ext cx="578484" cy="22466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MASK</a:t>
            </a:r>
            <a:endParaRPr lang="ko-KR" altLang="en-US" sz="10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2BF58AB-5C11-40B1-A287-EE920F197F21}"/>
              </a:ext>
            </a:extLst>
          </p:cNvPr>
          <p:cNvSpPr/>
          <p:nvPr/>
        </p:nvSpPr>
        <p:spPr>
          <a:xfrm>
            <a:off x="5383846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C07017A-BD2F-78CB-AB18-C60FFB4F931F}"/>
              </a:ext>
            </a:extLst>
          </p:cNvPr>
          <p:cNvSpPr/>
          <p:nvPr/>
        </p:nvSpPr>
        <p:spPr>
          <a:xfrm>
            <a:off x="6183946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74BED320-8AFA-5CD5-80DF-A801910292E0}"/>
              </a:ext>
            </a:extLst>
          </p:cNvPr>
          <p:cNvSpPr/>
          <p:nvPr/>
        </p:nvSpPr>
        <p:spPr>
          <a:xfrm>
            <a:off x="5783896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89D752F6-94DF-21AD-5C48-643EC6B91601}"/>
              </a:ext>
            </a:extLst>
          </p:cNvPr>
          <p:cNvSpPr/>
          <p:nvPr/>
        </p:nvSpPr>
        <p:spPr>
          <a:xfrm>
            <a:off x="6196647" y="3331715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A96DA8D0-19E8-C46F-E358-D1A423B55F8A}"/>
              </a:ext>
            </a:extLst>
          </p:cNvPr>
          <p:cNvSpPr/>
          <p:nvPr/>
        </p:nvSpPr>
        <p:spPr>
          <a:xfrm>
            <a:off x="4980899" y="295071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581794BD-B0D4-1586-4276-C804F0D9F170}"/>
              </a:ext>
            </a:extLst>
          </p:cNvPr>
          <p:cNvSpPr/>
          <p:nvPr/>
        </p:nvSpPr>
        <p:spPr>
          <a:xfrm>
            <a:off x="5766752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8E7D0493-AF3A-29FA-89A0-32CD4D850B23}"/>
              </a:ext>
            </a:extLst>
          </p:cNvPr>
          <p:cNvSpPr/>
          <p:nvPr/>
        </p:nvSpPr>
        <p:spPr>
          <a:xfrm>
            <a:off x="6566852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77E4BC97-7F1B-D4DD-2A2B-42BAA19C6006}"/>
              </a:ext>
            </a:extLst>
          </p:cNvPr>
          <p:cNvSpPr/>
          <p:nvPr/>
        </p:nvSpPr>
        <p:spPr>
          <a:xfrm>
            <a:off x="6166802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433A6252-ABE7-E45F-68D3-C92ED4DE037E}"/>
              </a:ext>
            </a:extLst>
          </p:cNvPr>
          <p:cNvSpPr/>
          <p:nvPr/>
        </p:nvSpPr>
        <p:spPr>
          <a:xfrm>
            <a:off x="6579553" y="2430623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A3F03896-748B-BA57-4A10-54D6D9EC8E37}"/>
              </a:ext>
            </a:extLst>
          </p:cNvPr>
          <p:cNvSpPr/>
          <p:nvPr/>
        </p:nvSpPr>
        <p:spPr>
          <a:xfrm>
            <a:off x="5363805" y="204962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4868A55C-FD79-353E-DAE5-A4E94D4E8E2B}"/>
              </a:ext>
            </a:extLst>
          </p:cNvPr>
          <p:cNvSpPr/>
          <p:nvPr/>
        </p:nvSpPr>
        <p:spPr>
          <a:xfrm>
            <a:off x="1097239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CC1E194D-F087-7197-BC9A-ACFE7E4DB329}"/>
              </a:ext>
            </a:extLst>
          </p:cNvPr>
          <p:cNvSpPr/>
          <p:nvPr/>
        </p:nvSpPr>
        <p:spPr>
          <a:xfrm>
            <a:off x="1897339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01092A01-DC80-214F-9D83-0F98E4B6D9F8}"/>
              </a:ext>
            </a:extLst>
          </p:cNvPr>
          <p:cNvSpPr/>
          <p:nvPr/>
        </p:nvSpPr>
        <p:spPr>
          <a:xfrm>
            <a:off x="1497289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E910A68A-F334-806E-A3B5-DCBC5329A2C8}"/>
              </a:ext>
            </a:extLst>
          </p:cNvPr>
          <p:cNvSpPr/>
          <p:nvPr/>
        </p:nvSpPr>
        <p:spPr>
          <a:xfrm>
            <a:off x="694292" y="146978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[BOS]</a:t>
            </a:r>
            <a:endParaRPr lang="ko-KR" altLang="en-US" sz="700" b="1" dirty="0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85EE3A8B-EFE2-0329-86BA-B010A37A0F7C}"/>
              </a:ext>
            </a:extLst>
          </p:cNvPr>
          <p:cNvSpPr/>
          <p:nvPr/>
        </p:nvSpPr>
        <p:spPr>
          <a:xfrm>
            <a:off x="3998463" y="1029195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C1922DC7-84E9-5425-63D2-10276B5883D7}"/>
              </a:ext>
            </a:extLst>
          </p:cNvPr>
          <p:cNvSpPr/>
          <p:nvPr/>
        </p:nvSpPr>
        <p:spPr>
          <a:xfrm>
            <a:off x="3191951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674FB8B0-5C01-0FEF-F72C-D11C067E39E7}"/>
              </a:ext>
            </a:extLst>
          </p:cNvPr>
          <p:cNvSpPr/>
          <p:nvPr/>
        </p:nvSpPr>
        <p:spPr>
          <a:xfrm>
            <a:off x="3992051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E27C2DEF-5A99-D727-D361-797BAF6D2BBD}"/>
              </a:ext>
            </a:extLst>
          </p:cNvPr>
          <p:cNvSpPr/>
          <p:nvPr/>
        </p:nvSpPr>
        <p:spPr>
          <a:xfrm>
            <a:off x="3592001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452DC3A3-AAC3-C85E-71E8-9B1D137CD429}"/>
              </a:ext>
            </a:extLst>
          </p:cNvPr>
          <p:cNvSpPr/>
          <p:nvPr/>
        </p:nvSpPr>
        <p:spPr>
          <a:xfrm>
            <a:off x="2789004" y="663187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A95BE004-289D-0189-27D4-F8F77ACEE24D}"/>
              </a:ext>
            </a:extLst>
          </p:cNvPr>
          <p:cNvSpPr txBox="1"/>
          <p:nvPr/>
        </p:nvSpPr>
        <p:spPr>
          <a:xfrm>
            <a:off x="133575" y="5686740"/>
            <a:ext cx="1257075" cy="26161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Teacher Forcing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2B48E6DE-900D-512D-6585-290B37208E63}"/>
              </a:ext>
            </a:extLst>
          </p:cNvPr>
          <p:cNvSpPr txBox="1"/>
          <p:nvPr/>
        </p:nvSpPr>
        <p:spPr>
          <a:xfrm>
            <a:off x="226549" y="135158"/>
            <a:ext cx="2027286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Decoder Part 1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464C4E58-6096-1789-694E-ECF0AE17B459}"/>
              </a:ext>
            </a:extLst>
          </p:cNvPr>
          <p:cNvSpPr txBox="1"/>
          <p:nvPr/>
        </p:nvSpPr>
        <p:spPr>
          <a:xfrm>
            <a:off x="7259764" y="2522171"/>
            <a:ext cx="480575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600" b="1" dirty="0"/>
              <a:t>Add EOS Token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Teacher Forcing When training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Sum(Input + Positional Encoding)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Softmax Result is similarity of tokens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Softmax must be masked on upper triangular matrix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Input dimension =</a:t>
            </a:r>
          </a:p>
          <a:p>
            <a:r>
              <a:rPr lang="en-US" altLang="ko-KR" sz="1600" b="1" dirty="0"/>
              <a:t>     Number of Multi-Head x Value dimension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 startAt="4"/>
            </a:pPr>
            <a:r>
              <a:rPr lang="en-US" altLang="ko-KR" sz="1600" b="1" dirty="0"/>
              <a:t>FFN is usually increasing 4 times dimension</a:t>
            </a:r>
          </a:p>
          <a:p>
            <a:r>
              <a:rPr lang="en-US" altLang="ko-KR" sz="1600" b="1" dirty="0"/>
              <a:t>     and get it back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692043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07712-9B5B-7E7D-2E06-8A694808B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Box 326">
            <a:extLst>
              <a:ext uri="{FF2B5EF4-FFF2-40B4-BE49-F238E27FC236}">
                <a16:creationId xmlns:a16="http://schemas.microsoft.com/office/drawing/2014/main" id="{47DB9C3D-5BE3-5320-8B9D-FDDEF4B05BFF}"/>
              </a:ext>
            </a:extLst>
          </p:cNvPr>
          <p:cNvSpPr txBox="1"/>
          <p:nvPr/>
        </p:nvSpPr>
        <p:spPr>
          <a:xfrm>
            <a:off x="226549" y="135158"/>
            <a:ext cx="2027286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Decoder Part 2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88917A-04A7-CB53-4962-20C85FA5F178}"/>
              </a:ext>
            </a:extLst>
          </p:cNvPr>
          <p:cNvSpPr/>
          <p:nvPr/>
        </p:nvSpPr>
        <p:spPr>
          <a:xfrm>
            <a:off x="882782" y="423926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95938-8973-A72E-0DCA-D3674D3537A1}"/>
              </a:ext>
            </a:extLst>
          </p:cNvPr>
          <p:cNvSpPr/>
          <p:nvPr/>
        </p:nvSpPr>
        <p:spPr>
          <a:xfrm>
            <a:off x="1682882" y="423926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DAA60-D4B4-0C52-E49C-BC3C33CD9945}"/>
              </a:ext>
            </a:extLst>
          </p:cNvPr>
          <p:cNvSpPr/>
          <p:nvPr/>
        </p:nvSpPr>
        <p:spPr>
          <a:xfrm>
            <a:off x="1282832" y="4239261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8332D1-00B8-62B8-963C-D52D82A74FB4}"/>
              </a:ext>
            </a:extLst>
          </p:cNvPr>
          <p:cNvSpPr/>
          <p:nvPr/>
        </p:nvSpPr>
        <p:spPr>
          <a:xfrm>
            <a:off x="1698361" y="4616133"/>
            <a:ext cx="400050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3x16</a:t>
            </a:r>
            <a:endParaRPr lang="ko-KR" altLang="en-US" sz="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0035D-EA82-BC1C-9032-8DEBB2D37874}"/>
              </a:ext>
            </a:extLst>
          </p:cNvPr>
          <p:cNvSpPr txBox="1"/>
          <p:nvPr/>
        </p:nvSpPr>
        <p:spPr>
          <a:xfrm>
            <a:off x="629330" y="3893906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75F68A-9484-9FFF-CC68-3DCB2BC1C64A}"/>
              </a:ext>
            </a:extLst>
          </p:cNvPr>
          <p:cNvSpPr txBox="1"/>
          <p:nvPr/>
        </p:nvSpPr>
        <p:spPr>
          <a:xfrm>
            <a:off x="124167" y="3478532"/>
            <a:ext cx="1164101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Encoder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E29F69-8842-3DAD-89C8-0A608FB7A0A8}"/>
              </a:ext>
            </a:extLst>
          </p:cNvPr>
          <p:cNvCxnSpPr>
            <a:cxnSpLocks/>
          </p:cNvCxnSpPr>
          <p:nvPr/>
        </p:nvCxnSpPr>
        <p:spPr>
          <a:xfrm>
            <a:off x="2081176" y="4407549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A1A5A79-3ADE-D61C-E277-C819A92FD91C}"/>
              </a:ext>
            </a:extLst>
          </p:cNvPr>
          <p:cNvCxnSpPr>
            <a:cxnSpLocks/>
          </p:cNvCxnSpPr>
          <p:nvPr/>
        </p:nvCxnSpPr>
        <p:spPr>
          <a:xfrm flipV="1">
            <a:off x="7894955" y="2474596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97AF6B-B6A9-52F2-A3CE-5FDBC9396C4F}"/>
              </a:ext>
            </a:extLst>
          </p:cNvPr>
          <p:cNvCxnSpPr>
            <a:cxnSpLocks/>
            <a:endCxn id="30" idx="3"/>
          </p:cNvCxnSpPr>
          <p:nvPr/>
        </p:nvCxnSpPr>
        <p:spPr>
          <a:xfrm flipH="1" flipV="1">
            <a:off x="6963887" y="1712597"/>
            <a:ext cx="911343" cy="3814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62E4C0A-4CBB-4463-DCBA-007E1182ED5E}"/>
              </a:ext>
            </a:extLst>
          </p:cNvPr>
          <p:cNvCxnSpPr>
            <a:cxnSpLocks/>
            <a:endCxn id="30" idx="3"/>
          </p:cNvCxnSpPr>
          <p:nvPr/>
        </p:nvCxnSpPr>
        <p:spPr>
          <a:xfrm flipH="1" flipV="1">
            <a:off x="6963887" y="1712597"/>
            <a:ext cx="691753" cy="1267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F1EA458-2E81-DB12-8B9D-0434D2CED8BA}"/>
              </a:ext>
            </a:extLst>
          </p:cNvPr>
          <p:cNvSpPr/>
          <p:nvPr/>
        </p:nvSpPr>
        <p:spPr>
          <a:xfrm>
            <a:off x="6429889" y="1896747"/>
            <a:ext cx="533998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4x(4x4)</a:t>
            </a:r>
            <a:endParaRPr lang="ko-KR" altLang="en-US" sz="8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B85DA52-49A5-E3DC-372F-D3D5CD0C8AD0}"/>
              </a:ext>
            </a:extLst>
          </p:cNvPr>
          <p:cNvSpPr/>
          <p:nvPr/>
        </p:nvSpPr>
        <p:spPr>
          <a:xfrm>
            <a:off x="6101318" y="1525272"/>
            <a:ext cx="862569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concat</a:t>
            </a:r>
            <a:endParaRPr lang="ko-KR" altLang="en-US" sz="1000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E986DB-5632-661D-61C4-CBA1558671B0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4589780" y="1703549"/>
            <a:ext cx="1511538" cy="9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93F167-894F-4E13-92B1-92DDBFD17DBC}"/>
              </a:ext>
            </a:extLst>
          </p:cNvPr>
          <p:cNvSpPr/>
          <p:nvPr/>
        </p:nvSpPr>
        <p:spPr>
          <a:xfrm>
            <a:off x="5224302" y="1522097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O</a:t>
            </a:r>
            <a:endParaRPr lang="ko-KR" altLang="en-US" sz="10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F2DAE2F-D25C-53FF-859F-3244800C7175}"/>
              </a:ext>
            </a:extLst>
          </p:cNvPr>
          <p:cNvSpPr/>
          <p:nvPr/>
        </p:nvSpPr>
        <p:spPr>
          <a:xfrm>
            <a:off x="4988478" y="1903573"/>
            <a:ext cx="64952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16x(4x4)</a:t>
            </a:r>
            <a:endParaRPr lang="ko-KR" altLang="en-US" sz="8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B318E86-E4A6-F13F-69C2-2DF6577DFEBC}"/>
              </a:ext>
            </a:extLst>
          </p:cNvPr>
          <p:cNvSpPr/>
          <p:nvPr/>
        </p:nvSpPr>
        <p:spPr>
          <a:xfrm>
            <a:off x="4215151" y="1880238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873AC7-F521-F851-9F4B-DC623EF2F036}"/>
              </a:ext>
            </a:extLst>
          </p:cNvPr>
          <p:cNvSpPr txBox="1"/>
          <p:nvPr/>
        </p:nvSpPr>
        <p:spPr>
          <a:xfrm rot="20350822">
            <a:off x="2865267" y="2525275"/>
            <a:ext cx="1511952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Cross Attention X 4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728D68-BA85-A1E5-5EFE-597CBE59630F}"/>
              </a:ext>
            </a:extLst>
          </p:cNvPr>
          <p:cNvSpPr txBox="1"/>
          <p:nvPr/>
        </p:nvSpPr>
        <p:spPr>
          <a:xfrm>
            <a:off x="2769952" y="1186824"/>
            <a:ext cx="1058303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MHA 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0C95FA8-528C-35FB-A597-C3D52CAE7018}"/>
              </a:ext>
            </a:extLst>
          </p:cNvPr>
          <p:cNvCxnSpPr>
            <a:cxnSpLocks/>
          </p:cNvCxnSpPr>
          <p:nvPr/>
        </p:nvCxnSpPr>
        <p:spPr>
          <a:xfrm flipV="1">
            <a:off x="3999647" y="879637"/>
            <a:ext cx="0" cy="6237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A17F2A41-3ED9-E4CA-6061-A427753564AB}"/>
              </a:ext>
            </a:extLst>
          </p:cNvPr>
          <p:cNvSpPr/>
          <p:nvPr/>
        </p:nvSpPr>
        <p:spPr>
          <a:xfrm>
            <a:off x="3493770" y="698195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D0B3C21-DF0A-CEB7-D504-1117BB2DA4B2}"/>
              </a:ext>
            </a:extLst>
          </p:cNvPr>
          <p:cNvCxnSpPr>
            <a:cxnSpLocks/>
          </p:cNvCxnSpPr>
          <p:nvPr/>
        </p:nvCxnSpPr>
        <p:spPr>
          <a:xfrm>
            <a:off x="7860580" y="870195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A5D1DC-2BB0-54F9-32D4-9CC90F568C45}"/>
              </a:ext>
            </a:extLst>
          </p:cNvPr>
          <p:cNvSpPr txBox="1"/>
          <p:nvPr/>
        </p:nvSpPr>
        <p:spPr>
          <a:xfrm>
            <a:off x="8078152" y="401906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0BA599-91A8-849C-3EAA-989260C23138}"/>
              </a:ext>
            </a:extLst>
          </p:cNvPr>
          <p:cNvSpPr/>
          <p:nvPr/>
        </p:nvSpPr>
        <p:spPr>
          <a:xfrm>
            <a:off x="4028280" y="2652396"/>
            <a:ext cx="5445920" cy="2120900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66E27B7-E48E-D8B8-E587-C457E2802722}"/>
              </a:ext>
            </a:extLst>
          </p:cNvPr>
          <p:cNvSpPr/>
          <p:nvPr/>
        </p:nvSpPr>
        <p:spPr>
          <a:xfrm>
            <a:off x="3628230" y="396208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8A95CF6-5334-3FD8-54B1-2EC4584ADA5D}"/>
              </a:ext>
            </a:extLst>
          </p:cNvPr>
          <p:cNvSpPr/>
          <p:nvPr/>
        </p:nvSpPr>
        <p:spPr>
          <a:xfrm>
            <a:off x="3628230" y="333978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A1E8EB-355F-F73C-0C5E-D4D47A52A093}"/>
              </a:ext>
            </a:extLst>
          </p:cNvPr>
          <p:cNvSpPr/>
          <p:nvPr/>
        </p:nvSpPr>
        <p:spPr>
          <a:xfrm>
            <a:off x="3628230" y="2717483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4345E5E-FFC8-1F91-28F5-E3DF19A0BAB9}"/>
              </a:ext>
            </a:extLst>
          </p:cNvPr>
          <p:cNvSpPr/>
          <p:nvPr/>
        </p:nvSpPr>
        <p:spPr>
          <a:xfrm>
            <a:off x="3675855" y="4333558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CFF108-CD19-6636-DD37-9A17B3BC9834}"/>
              </a:ext>
            </a:extLst>
          </p:cNvPr>
          <p:cNvSpPr/>
          <p:nvPr/>
        </p:nvSpPr>
        <p:spPr>
          <a:xfrm>
            <a:off x="3675855" y="3720783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8x5</a:t>
            </a:r>
            <a:endParaRPr lang="ko-KR" altLang="en-US" sz="8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623D6F5-0432-D0D0-35AF-833B1D65A8B0}"/>
              </a:ext>
            </a:extLst>
          </p:cNvPr>
          <p:cNvSpPr/>
          <p:nvPr/>
        </p:nvSpPr>
        <p:spPr>
          <a:xfrm>
            <a:off x="3593466" y="3098483"/>
            <a:ext cx="434814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61A3BA-A698-A20E-98AC-12BA449CA9E0}"/>
              </a:ext>
            </a:extLst>
          </p:cNvPr>
          <p:cNvSpPr txBox="1"/>
          <p:nvPr/>
        </p:nvSpPr>
        <p:spPr>
          <a:xfrm>
            <a:off x="6794577" y="4198620"/>
            <a:ext cx="916255" cy="169277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sz="500" b="1" dirty="0">
                <a:solidFill>
                  <a:schemeClr val="bg1"/>
                </a:solidFill>
              </a:rPr>
              <a:t>Attention weight</a:t>
            </a:r>
            <a:endParaRPr lang="ko-KR" altLang="en-US" sz="500" b="1" dirty="0">
              <a:solidFill>
                <a:schemeClr val="bg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F59F3E9-4207-BAB0-CB3F-51EDA2B3904E}"/>
              </a:ext>
            </a:extLst>
          </p:cNvPr>
          <p:cNvSpPr txBox="1"/>
          <p:nvPr/>
        </p:nvSpPr>
        <p:spPr>
          <a:xfrm rot="19546589">
            <a:off x="5621289" y="3104316"/>
            <a:ext cx="5545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…</a:t>
            </a:r>
            <a:endParaRPr lang="ko-KR" altLang="en-US" b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04A33CA-6885-DAE0-88EB-20D2CEA6DB4F}"/>
              </a:ext>
            </a:extLst>
          </p:cNvPr>
          <p:cNvCxnSpPr>
            <a:cxnSpLocks/>
          </p:cNvCxnSpPr>
          <p:nvPr/>
        </p:nvCxnSpPr>
        <p:spPr>
          <a:xfrm flipV="1">
            <a:off x="3902075" y="5671820"/>
            <a:ext cx="0" cy="247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6444AE75-355B-8AE8-6DFE-D8998E25BE7D}"/>
              </a:ext>
            </a:extLst>
          </p:cNvPr>
          <p:cNvSpPr/>
          <p:nvPr/>
        </p:nvSpPr>
        <p:spPr>
          <a:xfrm>
            <a:off x="3183254" y="3628710"/>
            <a:ext cx="5757546" cy="20450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0219E0D-BEB7-D934-ECBF-E92EE9773868}"/>
              </a:ext>
            </a:extLst>
          </p:cNvPr>
          <p:cNvSpPr/>
          <p:nvPr/>
        </p:nvSpPr>
        <p:spPr>
          <a:xfrm>
            <a:off x="2783205" y="502602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  <a:endParaRPr lang="ko-KR" altLang="en-US" sz="10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B605ED9-85FF-4E5A-17B0-A920169C96F9}"/>
              </a:ext>
            </a:extLst>
          </p:cNvPr>
          <p:cNvSpPr/>
          <p:nvPr/>
        </p:nvSpPr>
        <p:spPr>
          <a:xfrm>
            <a:off x="2783205" y="440372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  <a:endParaRPr lang="ko-KR" altLang="en-US" sz="1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E3EED19-218A-598E-174C-0864556EE743}"/>
              </a:ext>
            </a:extLst>
          </p:cNvPr>
          <p:cNvSpPr/>
          <p:nvPr/>
        </p:nvSpPr>
        <p:spPr>
          <a:xfrm>
            <a:off x="2783205" y="3781425"/>
            <a:ext cx="400050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  <a:endParaRPr lang="ko-KR" altLang="en-US" sz="1000" dirty="0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DF876C8-983B-9D6A-E93D-B207B77FA94C}"/>
              </a:ext>
            </a:extLst>
          </p:cNvPr>
          <p:cNvCxnSpPr>
            <a:cxnSpLocks/>
          </p:cNvCxnSpPr>
          <p:nvPr/>
        </p:nvCxnSpPr>
        <p:spPr>
          <a:xfrm flipV="1">
            <a:off x="3192772" y="5213350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17AE55C-C663-191E-51CA-4C258774125E}"/>
              </a:ext>
            </a:extLst>
          </p:cNvPr>
          <p:cNvCxnSpPr>
            <a:cxnSpLocks/>
          </p:cNvCxnSpPr>
          <p:nvPr/>
        </p:nvCxnSpPr>
        <p:spPr>
          <a:xfrm>
            <a:off x="5003442" y="5192710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B2DDDA3A-5822-A1A8-C5B2-E5B54E8957C9}"/>
              </a:ext>
            </a:extLst>
          </p:cNvPr>
          <p:cNvSpPr/>
          <p:nvPr/>
        </p:nvSpPr>
        <p:spPr>
          <a:xfrm>
            <a:off x="5661351" y="5026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1776C8-89E9-396F-3E3E-ABD00640BA41}"/>
              </a:ext>
            </a:extLst>
          </p:cNvPr>
          <p:cNvSpPr/>
          <p:nvPr/>
        </p:nvSpPr>
        <p:spPr>
          <a:xfrm>
            <a:off x="6461451" y="5026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95FA767-6393-FB09-93AA-7DF027F56A1F}"/>
              </a:ext>
            </a:extLst>
          </p:cNvPr>
          <p:cNvSpPr/>
          <p:nvPr/>
        </p:nvSpPr>
        <p:spPr>
          <a:xfrm>
            <a:off x="6061401" y="5026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B321D56-EB5E-96F6-5E85-D5A899E5B73E}"/>
              </a:ext>
            </a:extLst>
          </p:cNvPr>
          <p:cNvCxnSpPr>
            <a:cxnSpLocks/>
          </p:cNvCxnSpPr>
          <p:nvPr/>
        </p:nvCxnSpPr>
        <p:spPr>
          <a:xfrm flipV="1">
            <a:off x="3192772" y="4581525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BE72CD69-806A-F57A-8C40-A18C0FE048BB}"/>
              </a:ext>
            </a:extLst>
          </p:cNvPr>
          <p:cNvCxnSpPr>
            <a:cxnSpLocks/>
          </p:cNvCxnSpPr>
          <p:nvPr/>
        </p:nvCxnSpPr>
        <p:spPr>
          <a:xfrm>
            <a:off x="5014517" y="4594223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85502F25-9BB9-8DFF-D190-BBD284BDC1EF}"/>
              </a:ext>
            </a:extLst>
          </p:cNvPr>
          <p:cNvSpPr/>
          <p:nvPr/>
        </p:nvSpPr>
        <p:spPr>
          <a:xfrm>
            <a:off x="5661351" y="439420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275BFFD7-A3A7-9857-48CB-B9154151F459}"/>
              </a:ext>
            </a:extLst>
          </p:cNvPr>
          <p:cNvSpPr/>
          <p:nvPr/>
        </p:nvSpPr>
        <p:spPr>
          <a:xfrm>
            <a:off x="6461451" y="439420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0B9E3EBE-CF26-60D3-89EF-19E603A4CA62}"/>
              </a:ext>
            </a:extLst>
          </p:cNvPr>
          <p:cNvSpPr/>
          <p:nvPr/>
        </p:nvSpPr>
        <p:spPr>
          <a:xfrm>
            <a:off x="6061401" y="4394200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D1CADCCE-EFF2-63FC-C7A3-264640BB258E}"/>
              </a:ext>
            </a:extLst>
          </p:cNvPr>
          <p:cNvSpPr/>
          <p:nvPr/>
        </p:nvSpPr>
        <p:spPr>
          <a:xfrm>
            <a:off x="2768300" y="5397500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F9CB3DC3-1DB0-FECE-F13B-C79ECDD3EC87}"/>
              </a:ext>
            </a:extLst>
          </p:cNvPr>
          <p:cNvSpPr/>
          <p:nvPr/>
        </p:nvSpPr>
        <p:spPr>
          <a:xfrm>
            <a:off x="2768300" y="4784725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9D824520-B97A-D0FD-21A9-D87064FAA655}"/>
              </a:ext>
            </a:extLst>
          </p:cNvPr>
          <p:cNvSpPr/>
          <p:nvPr/>
        </p:nvSpPr>
        <p:spPr>
          <a:xfrm>
            <a:off x="2768299" y="4162425"/>
            <a:ext cx="41495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16x4</a:t>
            </a:r>
            <a:endParaRPr lang="ko-KR" altLang="en-US" sz="800" dirty="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AA6C1B4-9C05-4F0A-6E06-3C15426AF2AB}"/>
              </a:ext>
            </a:extLst>
          </p:cNvPr>
          <p:cNvSpPr/>
          <p:nvPr/>
        </p:nvSpPr>
        <p:spPr>
          <a:xfrm>
            <a:off x="6518600" y="5397500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905AEA6-8321-9978-E3EC-402ADC2C387C}"/>
              </a:ext>
            </a:extLst>
          </p:cNvPr>
          <p:cNvSpPr/>
          <p:nvPr/>
        </p:nvSpPr>
        <p:spPr>
          <a:xfrm>
            <a:off x="6515426" y="477202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03819590-8F1F-0351-5C82-4C305B75F9D3}"/>
              </a:ext>
            </a:extLst>
          </p:cNvPr>
          <p:cNvCxnSpPr>
            <a:cxnSpLocks/>
          </p:cNvCxnSpPr>
          <p:nvPr/>
        </p:nvCxnSpPr>
        <p:spPr>
          <a:xfrm>
            <a:off x="6874201" y="4581525"/>
            <a:ext cx="777101" cy="2857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E1F0B034-6680-F038-D68C-A95BF3939D6C}"/>
              </a:ext>
            </a:extLst>
          </p:cNvPr>
          <p:cNvCxnSpPr>
            <a:cxnSpLocks/>
          </p:cNvCxnSpPr>
          <p:nvPr/>
        </p:nvCxnSpPr>
        <p:spPr>
          <a:xfrm flipV="1">
            <a:off x="6867851" y="4887911"/>
            <a:ext cx="783451" cy="325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4" name="Rectangle 203">
            <a:extLst>
              <a:ext uri="{FF2B5EF4-FFF2-40B4-BE49-F238E27FC236}">
                <a16:creationId xmlns:a16="http://schemas.microsoft.com/office/drawing/2014/main" id="{7E2FECD9-0487-86AA-5848-14F7F49D4FF4}"/>
              </a:ext>
            </a:extLst>
          </p:cNvPr>
          <p:cNvSpPr/>
          <p:nvPr/>
        </p:nvSpPr>
        <p:spPr>
          <a:xfrm>
            <a:off x="7505839" y="405763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4x3</a:t>
            </a:r>
            <a:endParaRPr lang="ko-KR" altLang="en-US" sz="800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7C28EBE9-0B6C-3F93-C9D1-32B82E6E2CDA}"/>
              </a:ext>
            </a:extLst>
          </p:cNvPr>
          <p:cNvSpPr/>
          <p:nvPr/>
        </p:nvSpPr>
        <p:spPr>
          <a:xfrm>
            <a:off x="7876380" y="406716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I</a:t>
            </a:r>
            <a:endParaRPr lang="ko-KR" altLang="en-US" sz="600" dirty="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68532D9D-8C01-3BF3-5B0A-EA333AD0A9CE}"/>
              </a:ext>
            </a:extLst>
          </p:cNvPr>
          <p:cNvSpPr/>
          <p:nvPr/>
        </p:nvSpPr>
        <p:spPr>
          <a:xfrm>
            <a:off x="8498680" y="406716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you</a:t>
            </a:r>
            <a:endParaRPr lang="ko-KR" altLang="en-US" sz="600" dirty="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0D0F35B8-DBB7-8DBA-4F17-AEB43B7EED65}"/>
              </a:ext>
            </a:extLst>
          </p:cNvPr>
          <p:cNvSpPr/>
          <p:nvPr/>
        </p:nvSpPr>
        <p:spPr>
          <a:xfrm>
            <a:off x="8187530" y="4067160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like</a:t>
            </a:r>
            <a:endParaRPr lang="ko-KR" altLang="en-US" sz="600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C009937-DCE6-098F-5E07-D08728CA011A}"/>
              </a:ext>
            </a:extLst>
          </p:cNvPr>
          <p:cNvSpPr/>
          <p:nvPr/>
        </p:nvSpPr>
        <p:spPr>
          <a:xfrm rot="16200000">
            <a:off x="7614770" y="463946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I</a:t>
            </a:r>
            <a:endParaRPr lang="ko-KR" altLang="en-US" sz="600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13EE42BD-F922-4167-0641-D4F3EEB9430A}"/>
              </a:ext>
            </a:extLst>
          </p:cNvPr>
          <p:cNvSpPr/>
          <p:nvPr/>
        </p:nvSpPr>
        <p:spPr>
          <a:xfrm rot="16200000">
            <a:off x="7614771" y="5265737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you</a:t>
            </a:r>
            <a:endParaRPr lang="ko-KR" altLang="en-US" sz="600" dirty="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0E329828-61F4-6A61-CA5E-EA1F241A67BC}"/>
              </a:ext>
            </a:extLst>
          </p:cNvPr>
          <p:cNvSpPr/>
          <p:nvPr/>
        </p:nvSpPr>
        <p:spPr>
          <a:xfrm rot="16200000">
            <a:off x="7614771" y="4956966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like</a:t>
            </a:r>
            <a:endParaRPr lang="ko-KR" altLang="en-US" sz="6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F55D5F5F-A8FD-B1C7-10B0-5CAD98DA2E64}"/>
              </a:ext>
            </a:extLst>
          </p:cNvPr>
          <p:cNvCxnSpPr>
            <a:cxnSpLocks/>
          </p:cNvCxnSpPr>
          <p:nvPr/>
        </p:nvCxnSpPr>
        <p:spPr>
          <a:xfrm flipH="1" flipV="1">
            <a:off x="8065742" y="3382965"/>
            <a:ext cx="12410" cy="684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01984858-14A6-D8EC-D790-CE001CDEE8FE}"/>
              </a:ext>
            </a:extLst>
          </p:cNvPr>
          <p:cNvCxnSpPr>
            <a:cxnSpLocks/>
          </p:cNvCxnSpPr>
          <p:nvPr/>
        </p:nvCxnSpPr>
        <p:spPr>
          <a:xfrm flipV="1">
            <a:off x="3199122" y="3975100"/>
            <a:ext cx="200025" cy="3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5E885081-6215-615B-1DA9-F75EE83B2779}"/>
              </a:ext>
            </a:extLst>
          </p:cNvPr>
          <p:cNvCxnSpPr>
            <a:cxnSpLocks/>
          </p:cNvCxnSpPr>
          <p:nvPr/>
        </p:nvCxnSpPr>
        <p:spPr>
          <a:xfrm>
            <a:off x="5016578" y="3967160"/>
            <a:ext cx="2619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5" name="Rectangle 214">
            <a:extLst>
              <a:ext uri="{FF2B5EF4-FFF2-40B4-BE49-F238E27FC236}">
                <a16:creationId xmlns:a16="http://schemas.microsoft.com/office/drawing/2014/main" id="{B9335CC4-D9EB-7598-35AD-0A9C29C822C7}"/>
              </a:ext>
            </a:extLst>
          </p:cNvPr>
          <p:cNvSpPr/>
          <p:nvPr/>
        </p:nvSpPr>
        <p:spPr>
          <a:xfrm>
            <a:off x="5680397" y="37877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E192F775-CF5D-578E-E25C-640A02E356DC}"/>
              </a:ext>
            </a:extLst>
          </p:cNvPr>
          <p:cNvSpPr/>
          <p:nvPr/>
        </p:nvSpPr>
        <p:spPr>
          <a:xfrm>
            <a:off x="6480497" y="37877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1AF5645D-93ED-232B-295B-B716D233DB6A}"/>
              </a:ext>
            </a:extLst>
          </p:cNvPr>
          <p:cNvSpPr/>
          <p:nvPr/>
        </p:nvSpPr>
        <p:spPr>
          <a:xfrm>
            <a:off x="6080447" y="378777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V</a:t>
            </a:r>
          </a:p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43964B9-71DB-4A98-822B-018ED7B813D5}"/>
              </a:ext>
            </a:extLst>
          </p:cNvPr>
          <p:cNvSpPr/>
          <p:nvPr/>
        </p:nvSpPr>
        <p:spPr>
          <a:xfrm>
            <a:off x="6528122" y="4168775"/>
            <a:ext cx="35242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3x4</a:t>
            </a:r>
            <a:endParaRPr lang="ko-KR" altLang="en-US" sz="800" dirty="0"/>
          </a:p>
        </p:txBody>
      </p: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44B662D3-EFCE-24A4-3A88-5D68A8B1170C}"/>
              </a:ext>
            </a:extLst>
          </p:cNvPr>
          <p:cNvCxnSpPr>
            <a:cxnSpLocks/>
          </p:cNvCxnSpPr>
          <p:nvPr/>
        </p:nvCxnSpPr>
        <p:spPr>
          <a:xfrm>
            <a:off x="6891297" y="3940170"/>
            <a:ext cx="11762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TextBox 219">
            <a:extLst>
              <a:ext uri="{FF2B5EF4-FFF2-40B4-BE49-F238E27FC236}">
                <a16:creationId xmlns:a16="http://schemas.microsoft.com/office/drawing/2014/main" id="{2659D780-C51A-6440-8AC3-0A58803BB907}"/>
              </a:ext>
            </a:extLst>
          </p:cNvPr>
          <p:cNvSpPr txBox="1"/>
          <p:nvPr/>
        </p:nvSpPr>
        <p:spPr>
          <a:xfrm>
            <a:off x="4590672" y="6300470"/>
            <a:ext cx="543739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Input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6A6B554D-CA34-D751-F3A6-D5F4C4E529CD}"/>
              </a:ext>
            </a:extLst>
          </p:cNvPr>
          <p:cNvSpPr/>
          <p:nvPr/>
        </p:nvSpPr>
        <p:spPr>
          <a:xfrm>
            <a:off x="3803998" y="378650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C46173A9-5BB3-13A8-3BFD-AA564A13F71B}"/>
              </a:ext>
            </a:extLst>
          </p:cNvPr>
          <p:cNvSpPr/>
          <p:nvPr/>
        </p:nvSpPr>
        <p:spPr>
          <a:xfrm>
            <a:off x="4604098" y="378650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1AA7E925-11EC-4B1B-E794-8BD5581C770F}"/>
              </a:ext>
            </a:extLst>
          </p:cNvPr>
          <p:cNvSpPr/>
          <p:nvPr/>
        </p:nvSpPr>
        <p:spPr>
          <a:xfrm>
            <a:off x="4204048" y="378650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16CA47F-32B3-55F6-0FAD-9F9D582369C6}"/>
              </a:ext>
            </a:extLst>
          </p:cNvPr>
          <p:cNvSpPr/>
          <p:nvPr/>
        </p:nvSpPr>
        <p:spPr>
          <a:xfrm>
            <a:off x="3811650" y="440117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I</a:t>
            </a:r>
            <a:endParaRPr lang="ko-KR" altLang="en-US" sz="1000" dirty="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EBA0D7FB-408B-D4AF-D0EE-64AAAAA8F760}"/>
              </a:ext>
            </a:extLst>
          </p:cNvPr>
          <p:cNvSpPr/>
          <p:nvPr/>
        </p:nvSpPr>
        <p:spPr>
          <a:xfrm>
            <a:off x="4611750" y="440117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you</a:t>
            </a:r>
            <a:endParaRPr lang="ko-KR" altLang="en-US" sz="1000" dirty="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85225C40-C8E7-C15C-97BA-482ACB938495}"/>
              </a:ext>
            </a:extLst>
          </p:cNvPr>
          <p:cNvSpPr/>
          <p:nvPr/>
        </p:nvSpPr>
        <p:spPr>
          <a:xfrm>
            <a:off x="4211700" y="440117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like</a:t>
            </a:r>
            <a:endParaRPr lang="ko-KR" altLang="en-US" sz="1000" dirty="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3C9FB06B-5601-0012-829C-13B03FE919E2}"/>
              </a:ext>
            </a:extLst>
          </p:cNvPr>
          <p:cNvSpPr/>
          <p:nvPr/>
        </p:nvSpPr>
        <p:spPr>
          <a:xfrm>
            <a:off x="3811650" y="500510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10F63A3-8E9F-E9B3-DAA5-4762CBE7B9C2}"/>
              </a:ext>
            </a:extLst>
          </p:cNvPr>
          <p:cNvSpPr/>
          <p:nvPr/>
        </p:nvSpPr>
        <p:spPr>
          <a:xfrm>
            <a:off x="4611750" y="500510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7C489DFC-3BF5-E9E1-720F-1153784A11E3}"/>
              </a:ext>
            </a:extLst>
          </p:cNvPr>
          <p:cNvSpPr/>
          <p:nvPr/>
        </p:nvSpPr>
        <p:spPr>
          <a:xfrm>
            <a:off x="4211700" y="500510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E9329EAC-F50E-7935-4070-A2EE48428885}"/>
              </a:ext>
            </a:extLst>
          </p:cNvPr>
          <p:cNvSpPr/>
          <p:nvPr/>
        </p:nvSpPr>
        <p:spPr>
          <a:xfrm>
            <a:off x="3408703" y="5005108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9B3C074B-E65F-4B52-2153-7429EABC7A86}"/>
              </a:ext>
            </a:extLst>
          </p:cNvPr>
          <p:cNvSpPr/>
          <p:nvPr/>
        </p:nvSpPr>
        <p:spPr>
          <a:xfrm>
            <a:off x="5262204" y="5026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Q</a:t>
            </a:r>
          </a:p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8C90AFF8-50A8-0D9C-DA34-62F1AC88E2B0}"/>
              </a:ext>
            </a:extLst>
          </p:cNvPr>
          <p:cNvSpPr/>
          <p:nvPr/>
        </p:nvSpPr>
        <p:spPr>
          <a:xfrm rot="16200000">
            <a:off x="7613183" y="4319581"/>
            <a:ext cx="315912" cy="180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500" dirty="0"/>
              <a:t>BOS</a:t>
            </a:r>
            <a:endParaRPr lang="ko-KR" altLang="en-US" sz="500" dirty="0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4B40F898-46DF-B847-B8F8-CE7E3819E8E2}"/>
              </a:ext>
            </a:extLst>
          </p:cNvPr>
          <p:cNvSpPr/>
          <p:nvPr/>
        </p:nvSpPr>
        <p:spPr>
          <a:xfrm>
            <a:off x="8508047" y="3376165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0E92324-390D-7D1E-3A77-C0B14F28B168}"/>
              </a:ext>
            </a:extLst>
          </p:cNvPr>
          <p:cNvSpPr/>
          <p:nvPr/>
        </p:nvSpPr>
        <p:spPr>
          <a:xfrm>
            <a:off x="8890953" y="2475073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4x4</a:t>
            </a:r>
            <a:endParaRPr lang="ko-KR" altLang="en-US" sz="80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B8F892E5-564B-F408-9725-F5A3E54EE1D5}"/>
              </a:ext>
            </a:extLst>
          </p:cNvPr>
          <p:cNvSpPr/>
          <p:nvPr/>
        </p:nvSpPr>
        <p:spPr>
          <a:xfrm>
            <a:off x="9643182" y="1064203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B32519A-F449-B848-E3B8-B5DB6308F801}"/>
              </a:ext>
            </a:extLst>
          </p:cNvPr>
          <p:cNvSpPr/>
          <p:nvPr/>
        </p:nvSpPr>
        <p:spPr>
          <a:xfrm>
            <a:off x="8836670" y="69819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y_2</a:t>
            </a:r>
            <a:endParaRPr lang="ko-KR" altLang="en-US" sz="800" b="1" dirty="0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0EAA9B7F-C33F-EECF-61E9-8AD35E5B9659}"/>
              </a:ext>
            </a:extLst>
          </p:cNvPr>
          <p:cNvSpPr/>
          <p:nvPr/>
        </p:nvSpPr>
        <p:spPr>
          <a:xfrm>
            <a:off x="9636770" y="69819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y_4</a:t>
            </a:r>
            <a:endParaRPr lang="ko-KR" altLang="en-US" sz="800" b="1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CA4EBD60-7F51-AC56-4886-C0618F83FFCC}"/>
              </a:ext>
            </a:extLst>
          </p:cNvPr>
          <p:cNvSpPr/>
          <p:nvPr/>
        </p:nvSpPr>
        <p:spPr>
          <a:xfrm>
            <a:off x="9236720" y="69819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y_3</a:t>
            </a:r>
            <a:endParaRPr lang="ko-KR" altLang="en-US" sz="800" b="1" dirty="0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6481B2C5-928A-286B-3EAF-FB7A86E2F5AD}"/>
              </a:ext>
            </a:extLst>
          </p:cNvPr>
          <p:cNvSpPr/>
          <p:nvPr/>
        </p:nvSpPr>
        <p:spPr>
          <a:xfrm>
            <a:off x="8433723" y="69819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y_1</a:t>
            </a:r>
            <a:endParaRPr lang="ko-KR" altLang="en-US" sz="700" b="1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03AFEBAF-07F4-9A54-2307-E263615AA421}"/>
              </a:ext>
            </a:extLst>
          </p:cNvPr>
          <p:cNvSpPr txBox="1"/>
          <p:nvPr/>
        </p:nvSpPr>
        <p:spPr>
          <a:xfrm>
            <a:off x="848849" y="6033568"/>
            <a:ext cx="2027286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Decoder Part 1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8ED9688D-9776-F078-125E-092C27B1BFEA}"/>
              </a:ext>
            </a:extLst>
          </p:cNvPr>
          <p:cNvSpPr/>
          <p:nvPr/>
        </p:nvSpPr>
        <p:spPr>
          <a:xfrm>
            <a:off x="4176479" y="6294442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5C3D03D7-339C-3F87-C7D6-2789565DB21E}"/>
              </a:ext>
            </a:extLst>
          </p:cNvPr>
          <p:cNvSpPr/>
          <p:nvPr/>
        </p:nvSpPr>
        <p:spPr>
          <a:xfrm>
            <a:off x="3369967" y="5928434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8FA0D18D-1DAC-679B-406D-F70C0975555B}"/>
              </a:ext>
            </a:extLst>
          </p:cNvPr>
          <p:cNvSpPr/>
          <p:nvPr/>
        </p:nvSpPr>
        <p:spPr>
          <a:xfrm>
            <a:off x="4170067" y="5928434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39D031E5-2574-EADD-E91D-3362267E3689}"/>
              </a:ext>
            </a:extLst>
          </p:cNvPr>
          <p:cNvSpPr/>
          <p:nvPr/>
        </p:nvSpPr>
        <p:spPr>
          <a:xfrm>
            <a:off x="3770017" y="5928434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4310707C-C80B-48CE-88F1-58B914ECE4C6}"/>
              </a:ext>
            </a:extLst>
          </p:cNvPr>
          <p:cNvSpPr/>
          <p:nvPr/>
        </p:nvSpPr>
        <p:spPr>
          <a:xfrm>
            <a:off x="2967020" y="5928434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BE9B37FD-EF65-7454-BD12-2BB163A348B7}"/>
              </a:ext>
            </a:extLst>
          </p:cNvPr>
          <p:cNvSpPr txBox="1"/>
          <p:nvPr/>
        </p:nvSpPr>
        <p:spPr>
          <a:xfrm>
            <a:off x="2611675" y="6384359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407329F0-8CCB-2842-1F79-5E10CDA822A1}"/>
              </a:ext>
            </a:extLst>
          </p:cNvPr>
          <p:cNvSpPr/>
          <p:nvPr/>
        </p:nvSpPr>
        <p:spPr>
          <a:xfrm>
            <a:off x="8057702" y="4574380"/>
            <a:ext cx="556418" cy="49847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600" dirty="0"/>
              <a:t>Softmax</a:t>
            </a:r>
            <a:endParaRPr lang="ko-KR" altLang="en-US" sz="600" dirty="0"/>
          </a:p>
        </p:txBody>
      </p: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BE167766-300B-E57C-0F12-E5FFB8C761C9}"/>
              </a:ext>
            </a:extLst>
          </p:cNvPr>
          <p:cNvCxnSpPr>
            <a:cxnSpLocks/>
          </p:cNvCxnSpPr>
          <p:nvPr/>
        </p:nvCxnSpPr>
        <p:spPr>
          <a:xfrm>
            <a:off x="4527261" y="878228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5" name="Rectangle 334">
            <a:extLst>
              <a:ext uri="{FF2B5EF4-FFF2-40B4-BE49-F238E27FC236}">
                <a16:creationId xmlns:a16="http://schemas.microsoft.com/office/drawing/2014/main" id="{ABDD2AAE-9B55-4BCD-82DD-37AAE48DF044}"/>
              </a:ext>
            </a:extLst>
          </p:cNvPr>
          <p:cNvSpPr/>
          <p:nvPr/>
        </p:nvSpPr>
        <p:spPr>
          <a:xfrm>
            <a:off x="5095040" y="720919"/>
            <a:ext cx="1228477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FFN</a:t>
            </a:r>
            <a:endParaRPr lang="ko-KR" altLang="en-US" sz="1000" dirty="0"/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9951CF9E-D8A8-E936-B55A-83A34EC0E43A}"/>
              </a:ext>
            </a:extLst>
          </p:cNvPr>
          <p:cNvSpPr/>
          <p:nvPr/>
        </p:nvSpPr>
        <p:spPr>
          <a:xfrm>
            <a:off x="5095040" y="1103397"/>
            <a:ext cx="436286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4x64</a:t>
            </a:r>
            <a:endParaRPr lang="ko-KR" altLang="en-US" sz="800" dirty="0"/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84A5713A-5943-2CD0-E474-ED2DE310B69D}"/>
              </a:ext>
            </a:extLst>
          </p:cNvPr>
          <p:cNvSpPr/>
          <p:nvPr/>
        </p:nvSpPr>
        <p:spPr>
          <a:xfrm>
            <a:off x="5890873" y="1103397"/>
            <a:ext cx="436285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546B0A26-D5FC-10C5-CDD8-91BB0B3C9512}"/>
              </a:ext>
            </a:extLst>
          </p:cNvPr>
          <p:cNvCxnSpPr>
            <a:cxnSpLocks/>
          </p:cNvCxnSpPr>
          <p:nvPr/>
        </p:nvCxnSpPr>
        <p:spPr>
          <a:xfrm>
            <a:off x="6323517" y="897611"/>
            <a:ext cx="5677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9" name="Rectangle 338">
            <a:extLst>
              <a:ext uri="{FF2B5EF4-FFF2-40B4-BE49-F238E27FC236}">
                <a16:creationId xmlns:a16="http://schemas.microsoft.com/office/drawing/2014/main" id="{86C0B55A-EF0C-418F-4EEB-B8723A19C947}"/>
              </a:ext>
            </a:extLst>
          </p:cNvPr>
          <p:cNvSpPr/>
          <p:nvPr/>
        </p:nvSpPr>
        <p:spPr>
          <a:xfrm>
            <a:off x="6879232" y="690903"/>
            <a:ext cx="1020558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Residual + Layer Norm</a:t>
            </a:r>
            <a:endParaRPr lang="ko-KR" altLang="en-US" sz="1000" dirty="0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8517F63F-CBD0-0930-889D-919D09F99AB3}"/>
              </a:ext>
            </a:extLst>
          </p:cNvPr>
          <p:cNvSpPr/>
          <p:nvPr/>
        </p:nvSpPr>
        <p:spPr>
          <a:xfrm>
            <a:off x="7698580" y="298815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8C218C85-93E5-1BE0-116E-8C01BAA737BE}"/>
              </a:ext>
            </a:extLst>
          </p:cNvPr>
          <p:cNvSpPr/>
          <p:nvPr/>
        </p:nvSpPr>
        <p:spPr>
          <a:xfrm>
            <a:off x="8498680" y="298815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73A0A703-2EFE-99FC-EA97-E8526263C80A}"/>
              </a:ext>
            </a:extLst>
          </p:cNvPr>
          <p:cNvSpPr/>
          <p:nvPr/>
        </p:nvSpPr>
        <p:spPr>
          <a:xfrm>
            <a:off x="8098630" y="298815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243AD3A2-F480-B469-8352-D609F3E106C2}"/>
              </a:ext>
            </a:extLst>
          </p:cNvPr>
          <p:cNvSpPr/>
          <p:nvPr/>
        </p:nvSpPr>
        <p:spPr>
          <a:xfrm>
            <a:off x="7295633" y="2988153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C2335245-F299-BFB7-E836-842B22FC03FD}"/>
              </a:ext>
            </a:extLst>
          </p:cNvPr>
          <p:cNvSpPr/>
          <p:nvPr/>
        </p:nvSpPr>
        <p:spPr>
          <a:xfrm>
            <a:off x="8091883" y="210629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E494064-3933-BC9E-720E-4D833EB39B88}"/>
              </a:ext>
            </a:extLst>
          </p:cNvPr>
          <p:cNvSpPr/>
          <p:nvPr/>
        </p:nvSpPr>
        <p:spPr>
          <a:xfrm>
            <a:off x="8891983" y="210629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7441FD5E-945A-31A2-422F-664433C6D899}"/>
              </a:ext>
            </a:extLst>
          </p:cNvPr>
          <p:cNvSpPr/>
          <p:nvPr/>
        </p:nvSpPr>
        <p:spPr>
          <a:xfrm>
            <a:off x="8491933" y="210629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F9A69F89-ADE3-C8EF-C278-624B946B29CA}"/>
              </a:ext>
            </a:extLst>
          </p:cNvPr>
          <p:cNvSpPr/>
          <p:nvPr/>
        </p:nvSpPr>
        <p:spPr>
          <a:xfrm>
            <a:off x="7688936" y="210629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08CB0A58-B84C-EE75-3996-EFC63A76CA4A}"/>
              </a:ext>
            </a:extLst>
          </p:cNvPr>
          <p:cNvSpPr/>
          <p:nvPr/>
        </p:nvSpPr>
        <p:spPr>
          <a:xfrm>
            <a:off x="3391394" y="15097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z_2</a:t>
            </a:r>
            <a:endParaRPr lang="ko-KR" altLang="en-US" sz="800" b="1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4FD6EE0C-DE24-39FD-EDB6-1D1142BEEC55}"/>
              </a:ext>
            </a:extLst>
          </p:cNvPr>
          <p:cNvSpPr/>
          <p:nvPr/>
        </p:nvSpPr>
        <p:spPr>
          <a:xfrm>
            <a:off x="4191494" y="15097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z_4</a:t>
            </a:r>
            <a:endParaRPr lang="ko-KR" altLang="en-US" sz="800" b="1" dirty="0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440790F6-6459-8625-34A0-3A812FE3D247}"/>
              </a:ext>
            </a:extLst>
          </p:cNvPr>
          <p:cNvSpPr/>
          <p:nvPr/>
        </p:nvSpPr>
        <p:spPr>
          <a:xfrm>
            <a:off x="3791444" y="15097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z_3</a:t>
            </a:r>
            <a:endParaRPr lang="ko-KR" altLang="en-US" sz="800" b="1" dirty="0"/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94BF654-768E-9CCE-D7DA-D3F04A5F1486}"/>
              </a:ext>
            </a:extLst>
          </p:cNvPr>
          <p:cNvSpPr/>
          <p:nvPr/>
        </p:nvSpPr>
        <p:spPr>
          <a:xfrm>
            <a:off x="2988447" y="1509716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z_1</a:t>
            </a:r>
            <a:endParaRPr lang="ko-KR" altLang="en-US" sz="700" b="1" dirty="0"/>
          </a:p>
        </p:txBody>
      </p:sp>
      <p:sp>
        <p:nvSpPr>
          <p:cNvPr id="352" name="TextBox 351">
            <a:extLst>
              <a:ext uri="{FF2B5EF4-FFF2-40B4-BE49-F238E27FC236}">
                <a16:creationId xmlns:a16="http://schemas.microsoft.com/office/drawing/2014/main" id="{F5509108-9C02-3F13-E097-6D7F42591E85}"/>
              </a:ext>
            </a:extLst>
          </p:cNvPr>
          <p:cNvSpPr txBox="1"/>
          <p:nvPr/>
        </p:nvSpPr>
        <p:spPr>
          <a:xfrm>
            <a:off x="8814592" y="5839897"/>
            <a:ext cx="30756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600" b="1" dirty="0"/>
              <a:t>Quary from decoder</a:t>
            </a:r>
          </a:p>
          <a:p>
            <a:pPr marL="342900" indent="-342900">
              <a:buAutoNum type="arabicPeriod"/>
            </a:pPr>
            <a:endParaRPr lang="en-US" altLang="ko-KR" sz="1600" b="1" dirty="0"/>
          </a:p>
          <a:p>
            <a:pPr marL="342900" indent="-342900">
              <a:buAutoNum type="arabicPeriod"/>
            </a:pPr>
            <a:r>
              <a:rPr lang="en-US" altLang="ko-KR" sz="1600" b="1" dirty="0"/>
              <a:t>Key, Value from decoder</a:t>
            </a:r>
          </a:p>
        </p:txBody>
      </p:sp>
    </p:spTree>
    <p:extLst>
      <p:ext uri="{BB962C8B-B14F-4D97-AF65-F5344CB8AC3E}">
        <p14:creationId xmlns:p14="http://schemas.microsoft.com/office/powerpoint/2010/main" val="26163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33947-6AE5-4D4F-D4E3-10C2E0E17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Box 326">
            <a:extLst>
              <a:ext uri="{FF2B5EF4-FFF2-40B4-BE49-F238E27FC236}">
                <a16:creationId xmlns:a16="http://schemas.microsoft.com/office/drawing/2014/main" id="{A94497B2-8D43-8F40-04A0-1ED65E784FD1}"/>
              </a:ext>
            </a:extLst>
          </p:cNvPr>
          <p:cNvSpPr txBox="1"/>
          <p:nvPr/>
        </p:nvSpPr>
        <p:spPr>
          <a:xfrm>
            <a:off x="226549" y="135158"/>
            <a:ext cx="2027286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Decoder Part 3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EA26862-C6C4-E31D-2AE7-3C6338A72201}"/>
              </a:ext>
            </a:extLst>
          </p:cNvPr>
          <p:cNvSpPr txBox="1"/>
          <p:nvPr/>
        </p:nvSpPr>
        <p:spPr>
          <a:xfrm>
            <a:off x="3251075" y="5428025"/>
            <a:ext cx="543739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Input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D51612A4-AEFC-6956-AC6B-212431CFAB9A}"/>
              </a:ext>
            </a:extLst>
          </p:cNvPr>
          <p:cNvSpPr/>
          <p:nvPr/>
        </p:nvSpPr>
        <p:spPr>
          <a:xfrm>
            <a:off x="2820191" y="5468867"/>
            <a:ext cx="400049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4x16</a:t>
            </a:r>
            <a:endParaRPr lang="ko-KR" altLang="en-US" sz="800" dirty="0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E5887615-61ED-3B26-75C3-EAF4C322FA01}"/>
              </a:ext>
            </a:extLst>
          </p:cNvPr>
          <p:cNvSpPr/>
          <p:nvPr/>
        </p:nvSpPr>
        <p:spPr>
          <a:xfrm>
            <a:off x="2013679" y="510285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y_2</a:t>
            </a:r>
            <a:endParaRPr lang="ko-KR" altLang="en-US" sz="800" b="1" dirty="0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A24FCFBE-F80D-DE63-ACB0-BC31331FE69B}"/>
              </a:ext>
            </a:extLst>
          </p:cNvPr>
          <p:cNvSpPr/>
          <p:nvPr/>
        </p:nvSpPr>
        <p:spPr>
          <a:xfrm>
            <a:off x="2813779" y="510285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y_4</a:t>
            </a:r>
            <a:endParaRPr lang="ko-KR" altLang="en-US" sz="800" b="1" dirty="0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1E4977BA-71D6-7D4B-233B-1686B9DC10A0}"/>
              </a:ext>
            </a:extLst>
          </p:cNvPr>
          <p:cNvSpPr/>
          <p:nvPr/>
        </p:nvSpPr>
        <p:spPr>
          <a:xfrm>
            <a:off x="2413729" y="510285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y_3</a:t>
            </a:r>
            <a:endParaRPr lang="ko-KR" altLang="en-US" sz="800" b="1" dirty="0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D2AB1981-AC6A-68D6-DA3A-6F2E40AE734D}"/>
              </a:ext>
            </a:extLst>
          </p:cNvPr>
          <p:cNvSpPr/>
          <p:nvPr/>
        </p:nvSpPr>
        <p:spPr>
          <a:xfrm>
            <a:off x="1610732" y="5102859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y_1</a:t>
            </a:r>
            <a:endParaRPr lang="ko-KR" altLang="en-US" sz="700" b="1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F5D979B-A06A-34CC-018B-DAC5CC9C05E0}"/>
              </a:ext>
            </a:extLst>
          </p:cNvPr>
          <p:cNvCxnSpPr>
            <a:cxnSpLocks/>
          </p:cNvCxnSpPr>
          <p:nvPr/>
        </p:nvCxnSpPr>
        <p:spPr>
          <a:xfrm flipV="1">
            <a:off x="2413729" y="3365500"/>
            <a:ext cx="0" cy="175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CAAAE8F-0247-1B0B-C30B-DAB7655B7E2F}"/>
              </a:ext>
            </a:extLst>
          </p:cNvPr>
          <p:cNvSpPr/>
          <p:nvPr/>
        </p:nvSpPr>
        <p:spPr>
          <a:xfrm>
            <a:off x="1785327" y="4061591"/>
            <a:ext cx="1228477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Linear</a:t>
            </a:r>
            <a:endParaRPr lang="ko-KR" altLang="en-US" sz="1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DD685B-31C1-1FCE-FA78-35E6355AC541}"/>
              </a:ext>
            </a:extLst>
          </p:cNvPr>
          <p:cNvSpPr/>
          <p:nvPr/>
        </p:nvSpPr>
        <p:spPr>
          <a:xfrm>
            <a:off x="3042132" y="4153666"/>
            <a:ext cx="961627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16x(Voca Size)</a:t>
            </a:r>
            <a:endParaRPr lang="ko-KR" altLang="en-US" sz="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360749-E093-3FE5-D1A9-A202FA26AFD4}"/>
              </a:ext>
            </a:extLst>
          </p:cNvPr>
          <p:cNvSpPr/>
          <p:nvPr/>
        </p:nvSpPr>
        <p:spPr>
          <a:xfrm>
            <a:off x="2020091" y="30064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y_2</a:t>
            </a:r>
            <a:endParaRPr lang="ko-KR" altLang="en-US" sz="800" b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A2C866-8F69-1C70-F313-32EE4F69E3A0}"/>
              </a:ext>
            </a:extLst>
          </p:cNvPr>
          <p:cNvSpPr/>
          <p:nvPr/>
        </p:nvSpPr>
        <p:spPr>
          <a:xfrm>
            <a:off x="2820191" y="30064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y_4</a:t>
            </a:r>
            <a:endParaRPr lang="ko-KR" altLang="en-US" sz="800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360308-611A-3F54-8CCC-FC1593D1A1C5}"/>
              </a:ext>
            </a:extLst>
          </p:cNvPr>
          <p:cNvSpPr/>
          <p:nvPr/>
        </p:nvSpPr>
        <p:spPr>
          <a:xfrm>
            <a:off x="2420141" y="30064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y_3</a:t>
            </a:r>
            <a:endParaRPr lang="ko-KR" altLang="en-US" sz="800" b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3FE7943-B24D-C852-FB26-BB39D25816DA}"/>
              </a:ext>
            </a:extLst>
          </p:cNvPr>
          <p:cNvSpPr/>
          <p:nvPr/>
        </p:nvSpPr>
        <p:spPr>
          <a:xfrm>
            <a:off x="1617144" y="30064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y_1</a:t>
            </a:r>
            <a:endParaRPr lang="ko-KR" altLang="en-US" sz="700" b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40F93B-ECFA-69BB-F615-3894498CE522}"/>
              </a:ext>
            </a:extLst>
          </p:cNvPr>
          <p:cNvSpPr/>
          <p:nvPr/>
        </p:nvSpPr>
        <p:spPr>
          <a:xfrm>
            <a:off x="3013804" y="3396570"/>
            <a:ext cx="961627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4x(Voca Size)</a:t>
            </a:r>
            <a:endParaRPr lang="ko-KR" altLang="en-US" sz="800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F9355F9-9542-9A0D-5B9B-0F2898C5C245}"/>
              </a:ext>
            </a:extLst>
          </p:cNvPr>
          <p:cNvCxnSpPr>
            <a:cxnSpLocks/>
          </p:cNvCxnSpPr>
          <p:nvPr/>
        </p:nvCxnSpPr>
        <p:spPr>
          <a:xfrm flipV="1">
            <a:off x="2427892" y="1269066"/>
            <a:ext cx="0" cy="175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A69DB23-4101-F6D0-D519-381A8BE1C5CF}"/>
              </a:ext>
            </a:extLst>
          </p:cNvPr>
          <p:cNvSpPr/>
          <p:nvPr/>
        </p:nvSpPr>
        <p:spPr>
          <a:xfrm>
            <a:off x="1799490" y="1965157"/>
            <a:ext cx="1228477" cy="37465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Softmax</a:t>
            </a:r>
            <a:endParaRPr lang="ko-KR" altLang="en-US" sz="10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E32F4F-B185-15D0-BFBC-BF17E1A9C612}"/>
              </a:ext>
            </a:extLst>
          </p:cNvPr>
          <p:cNvSpPr/>
          <p:nvPr/>
        </p:nvSpPr>
        <p:spPr>
          <a:xfrm>
            <a:off x="2020091" y="909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p_2</a:t>
            </a:r>
            <a:endParaRPr lang="ko-KR" altLang="en-US" sz="800" b="1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0155BFE-C06B-765B-A5B6-F1EEE6593AAA}"/>
              </a:ext>
            </a:extLst>
          </p:cNvPr>
          <p:cNvSpPr/>
          <p:nvPr/>
        </p:nvSpPr>
        <p:spPr>
          <a:xfrm>
            <a:off x="2820191" y="909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p_4</a:t>
            </a:r>
            <a:endParaRPr lang="ko-KR" altLang="en-US" sz="800" b="1" dirty="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A3340CC-8CF8-402C-42F6-EC49AEE8A1A2}"/>
              </a:ext>
            </a:extLst>
          </p:cNvPr>
          <p:cNvSpPr/>
          <p:nvPr/>
        </p:nvSpPr>
        <p:spPr>
          <a:xfrm>
            <a:off x="2420141" y="909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 dirty="0"/>
              <a:t>p_3</a:t>
            </a:r>
            <a:endParaRPr lang="ko-KR" altLang="en-US" sz="800" b="1" dirty="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FE4DCF08-CF95-A7F1-1680-A61F33F4A59A}"/>
              </a:ext>
            </a:extLst>
          </p:cNvPr>
          <p:cNvSpPr/>
          <p:nvPr/>
        </p:nvSpPr>
        <p:spPr>
          <a:xfrm>
            <a:off x="1617144" y="909025"/>
            <a:ext cx="400050" cy="3746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p_1</a:t>
            </a:r>
            <a:endParaRPr lang="ko-KR" altLang="en-US" sz="70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E7DF8EF-A96D-3613-D1E0-8B045CBAC112}"/>
              </a:ext>
            </a:extLst>
          </p:cNvPr>
          <p:cNvSpPr/>
          <p:nvPr/>
        </p:nvSpPr>
        <p:spPr>
          <a:xfrm>
            <a:off x="3013804" y="1299170"/>
            <a:ext cx="961627" cy="1905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/>
              <a:t>4x(Voca Size)</a:t>
            </a:r>
            <a:endParaRPr lang="ko-KR" altLang="en-US" sz="8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A1A6DA5-8752-BBC0-74CE-FE8F096243F3}"/>
              </a:ext>
            </a:extLst>
          </p:cNvPr>
          <p:cNvSpPr txBox="1"/>
          <p:nvPr/>
        </p:nvSpPr>
        <p:spPr>
          <a:xfrm>
            <a:off x="226549" y="5798950"/>
            <a:ext cx="4374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600" b="1" dirty="0"/>
              <a:t>Convert embedding to vocabulary size</a:t>
            </a:r>
          </a:p>
          <a:p>
            <a:pPr marL="342900" indent="-342900">
              <a:buAutoNum type="arabicPeriod"/>
            </a:pPr>
            <a:r>
              <a:rPr lang="en-US" altLang="ko-KR" sz="1600" b="1" dirty="0"/>
              <a:t>Convert input to probability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0AA9C54-EC8F-184D-59AA-75AD98484536}"/>
              </a:ext>
            </a:extLst>
          </p:cNvPr>
          <p:cNvSpPr txBox="1"/>
          <p:nvPr/>
        </p:nvSpPr>
        <p:spPr>
          <a:xfrm>
            <a:off x="184970" y="4542029"/>
            <a:ext cx="2027286" cy="400110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</a:rPr>
              <a:t>Decoder Part 2</a:t>
            </a:r>
            <a:endParaRPr lang="ko-KR" altLang="en-US" sz="2000" b="1" dirty="0">
              <a:solidFill>
                <a:schemeClr val="bg1"/>
              </a:solidFill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D82F15E-0A8B-442F-E654-C46F3F034DC7}"/>
              </a:ext>
            </a:extLst>
          </p:cNvPr>
          <p:cNvSpPr txBox="1"/>
          <p:nvPr/>
        </p:nvSpPr>
        <p:spPr>
          <a:xfrm>
            <a:off x="886038" y="4891694"/>
            <a:ext cx="663964" cy="261610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altLang="ko-KR" sz="1100" b="1" dirty="0">
                <a:solidFill>
                  <a:schemeClr val="bg1"/>
                </a:solidFill>
              </a:rPr>
              <a:t>Output</a:t>
            </a:r>
            <a:endParaRPr lang="ko-KR" altLang="en-US" sz="11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9529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605</Words>
  <Application>Microsoft Office PowerPoint</Application>
  <PresentationFormat>Widescreen</PresentationFormat>
  <Paragraphs>350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imjg0</dc:creator>
  <cp:lastModifiedBy>imjg0</cp:lastModifiedBy>
  <cp:revision>10</cp:revision>
  <dcterms:created xsi:type="dcterms:W3CDTF">2026-02-25T16:10:20Z</dcterms:created>
  <dcterms:modified xsi:type="dcterms:W3CDTF">2026-02-26T04:52:45Z</dcterms:modified>
</cp:coreProperties>
</file>