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45B1D-F5DA-DC5D-73E3-C2C765CBE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B8553-15C5-43E1-1E79-E0CDA7161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44EB8-1A93-1456-8CA8-85724E075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7195-AD91-4CD6-9BD7-0F1EA1B1ED94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2C20A-F475-F538-D64C-58661CEDA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3B8C6-DACA-86F3-AF61-CCDE033FE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E96B2-A187-496B-A7D2-2806FE4FA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712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1B937-91D8-527D-D143-5B914AA78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757A7-6775-1273-E06B-5CD755A9A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3CC3C-2F4C-0939-1FD8-24CA2C74C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7195-AD91-4CD6-9BD7-0F1EA1B1ED94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8F5BF-492F-E167-3080-58D2A1EAC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828AD-C92A-7BBA-F801-DAF577F78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E96B2-A187-496B-A7D2-2806FE4FA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973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C70B2-7570-2E5D-8503-39A573B4A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92680-495D-A64A-6E36-9D17DD4A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06094-6AFE-7449-B44A-8DCE6DB79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7195-AD91-4CD6-9BD7-0F1EA1B1ED94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E5A16-E8DF-79F7-81E5-1EB5EA6F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1EA51-A1CD-894D-B8A7-A840F8F3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E96B2-A187-496B-A7D2-2806FE4FA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257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681F8-5802-C911-2F5A-A2D01FD4A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CD1E1-83DF-26FE-7580-BB25DD081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D86D6-CDCA-69F0-EB4F-3C7C30B8D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B3326-9CEE-4BBC-6005-CA37125AF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7195-AD91-4CD6-9BD7-0F1EA1B1ED94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AAE98-5BD8-E96F-AAE1-B31235102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276E5-7396-6C11-D5A0-57695D758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E96B2-A187-496B-A7D2-2806FE4FA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502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F7F4-1143-5B42-1CDC-BEF8D833A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6A60B-D549-1334-A780-66F690BE8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D3A83-C414-C895-81D9-1A8264E52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1A7CD-BC75-5FCB-F46F-D31903C480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82CB05-BB88-A6E7-F283-8D4C03737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86E603-6765-CC4C-8CBC-31FBD14A8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7195-AD91-4CD6-9BD7-0F1EA1B1ED94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16B5F6-7C72-A636-4AF4-6DAB16355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39EE72-8081-1028-8E98-8D8B2FCC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E96B2-A187-496B-A7D2-2806FE4FA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44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667E0-2E0E-5A26-A578-7840E71B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BA25E-39D6-1771-4AD3-FB486CB48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7195-AD91-4CD6-9BD7-0F1EA1B1ED94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9EA4E-C679-EDBB-F8B8-E6FBA260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A5DED7-3CEF-4E8A-1C94-B67124AC5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E96B2-A187-496B-A7D2-2806FE4FA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663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85CE7C-90FA-CD02-0404-8054E8737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7195-AD91-4CD6-9BD7-0F1EA1B1ED94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92DAA-B74E-070C-C582-7A263C945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88901-DFFD-059C-8A53-3929AF318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E96B2-A187-496B-A7D2-2806FE4FA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515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EE47-1A18-9340-B397-826DB76D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7A63A-1ECF-26FC-0942-903AB991F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3ECE5-7527-C527-382A-C837AB4D9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7702E-5E04-8878-7BBE-0E27D5685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7195-AD91-4CD6-9BD7-0F1EA1B1ED94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0EE87-068B-E5DA-B4DA-49ED848F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AACC2-0400-35A6-1ADC-FE2BE96AF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E96B2-A187-496B-A7D2-2806FE4FA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607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77ECE-066E-FABA-2B8B-DA5AD85AB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26290D-0D52-652E-9454-FE8D96992E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F0090-A82E-6F64-9E3E-15F15915C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D61EB-3AAB-1117-54B1-99BDD038F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7195-AD91-4CD6-9BD7-0F1EA1B1ED94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FD3A9-AE07-5147-591B-E0562FCE5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69326-5486-1A49-BDAD-AB358182D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E96B2-A187-496B-A7D2-2806FE4FA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021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59537-0395-4ADC-BDDA-4B23DDC7F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45AF6-4F67-4A7E-8F1D-084DFDFB0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EA542-5466-6032-2278-3672896FE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7195-AD91-4CD6-9BD7-0F1EA1B1ED94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DCE30-21B7-7473-42FF-A3C7B7131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2D2C1-8070-FE2E-DCA6-3D919D687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E96B2-A187-496B-A7D2-2806FE4FA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604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69846A-0A82-C7F8-6663-5BCEDD08A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A7C32-CD2E-705E-45DD-C924A612E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F57D9-0A44-13C4-BAB5-F0F4FC9EE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7195-AD91-4CD6-9BD7-0F1EA1B1ED94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19B03-8CFF-3841-FB29-4814883CC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FAF0C-2752-CB5D-E93C-BD71C7741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E96B2-A187-496B-A7D2-2806FE4FA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85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D10980-E763-1934-9C27-9239A8038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AE3B9-5DB6-A3D4-8577-50472F0D5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A4B4E-6853-4ED2-9DA7-91EA9F4A0C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C27195-AD91-4CD6-9BD7-0F1EA1B1ED94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5B8C0-3C32-7F03-CC76-D8B1BA622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F7340-9239-FA88-C8B2-F536384A4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6E96B2-A187-496B-A7D2-2806FE4FA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558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25A01AC-2DEF-9892-CD15-13237EFA9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50" y="659136"/>
            <a:ext cx="10858791" cy="58694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651706-1CC1-0CA1-E093-7515AB1A4425}"/>
              </a:ext>
            </a:extLst>
          </p:cNvPr>
          <p:cNvSpPr txBox="1"/>
          <p:nvPr/>
        </p:nvSpPr>
        <p:spPr>
          <a:xfrm>
            <a:off x="2142907" y="200566"/>
            <a:ext cx="1822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Original Image</a:t>
            </a:r>
            <a:endParaRPr lang="ko-KR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EAFFF2-7FE1-C6F2-09CD-7232526C924F}"/>
                  </a:ext>
                </a:extLst>
              </p:cNvPr>
              <p:cNvSpPr txBox="1"/>
              <p:nvPr/>
            </p:nvSpPr>
            <p:spPr>
              <a:xfrm>
                <a:off x="8088833" y="183189"/>
                <a:ext cx="1321196" cy="404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m:rPr>
                        <m:nor/>
                      </m:rPr>
                      <a:rPr lang="el-GR" altLang="ko-KR"/>
                      <m:t> </m:t>
                    </m:r>
                    <m:r>
                      <m:rPr>
                        <m:nor/>
                      </m:rPr>
                      <a:rPr lang="el-GR" altLang="ko-KR" b="1"/>
                      <m:t>Σ</m:t>
                    </m:r>
                  </m:oMath>
                </a14:m>
                <a:r>
                  <a:rPr lang="ko-KR" altLang="en-US" b="1" dirty="0"/>
                  <a:t> </a:t>
                </a:r>
                <a:r>
                  <a:rPr lang="en-US" altLang="ko-KR" b="1" dirty="0"/>
                  <a:t>image</a:t>
                </a:r>
                <a:endParaRPr lang="ko-KR" altLang="en-US" b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EAFFF2-7FE1-C6F2-09CD-7232526C9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833" y="183189"/>
                <a:ext cx="1321196" cy="404085"/>
              </a:xfrm>
              <a:prstGeom prst="rect">
                <a:avLst/>
              </a:prstGeom>
              <a:blipFill>
                <a:blip r:embed="rId3"/>
                <a:stretch>
                  <a:fillRect r="-3226" b="-227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846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FA515-A2C0-8A72-D578-3E9AA0508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D7671D6-A8C1-A04C-12D0-9A682825BB3A}"/>
              </a:ext>
            </a:extLst>
          </p:cNvPr>
          <p:cNvSpPr txBox="1"/>
          <p:nvPr/>
        </p:nvSpPr>
        <p:spPr>
          <a:xfrm>
            <a:off x="2142907" y="200566"/>
            <a:ext cx="1822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Original Image</a:t>
            </a:r>
            <a:endParaRPr lang="ko-KR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634F41-244C-6F42-C7B0-DD9019E90130}"/>
                  </a:ext>
                </a:extLst>
              </p:cNvPr>
              <p:cNvSpPr txBox="1"/>
              <p:nvPr/>
            </p:nvSpPr>
            <p:spPr>
              <a:xfrm>
                <a:off x="7921992" y="183189"/>
                <a:ext cx="1957524" cy="404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m:rPr>
                          <m:nor/>
                        </m:rPr>
                        <a:rPr lang="el-GR" altLang="ko-KR"/>
                        <m:t> </m:t>
                      </m:r>
                      <m:r>
                        <m:rPr>
                          <m:nor/>
                        </m:rPr>
                        <a:rPr lang="el-GR" altLang="ko-KR" b="1"/>
                        <m:t>Σ</m:t>
                      </m:r>
                      <m:r>
                        <m:rPr>
                          <m:nor/>
                        </m:rPr>
                        <a:rPr lang="en-US" altLang="ko-KR" b="1" i="0" smtClean="0"/>
                        <m:t> </m:t>
                      </m:r>
                      <m:sSup>
                        <m:sSup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altLang="ko-KR" b="1" i="0" smtClean="0"/>
                        <m:t>  </m:t>
                      </m:r>
                      <m:r>
                        <m:rPr>
                          <m:nor/>
                        </m:rPr>
                        <a:rPr lang="en-US" altLang="ko-KR" b="1" i="0" smtClean="0"/>
                        <m:t>rank</m:t>
                      </m:r>
                      <m:r>
                        <m:rPr>
                          <m:nor/>
                        </m:rPr>
                        <a:rPr lang="en-US" altLang="ko-KR" b="1" i="0" smtClean="0"/>
                        <m:t> 1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634F41-244C-6F42-C7B0-DD9019E90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992" y="183189"/>
                <a:ext cx="1957524" cy="4040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FE4E038C-52F1-CCA6-D917-B93772F8A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18" y="733502"/>
            <a:ext cx="10516763" cy="523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524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imjg0</dc:creator>
  <cp:lastModifiedBy>imjg0</cp:lastModifiedBy>
  <cp:revision>1</cp:revision>
  <dcterms:created xsi:type="dcterms:W3CDTF">2026-03-21T16:42:22Z</dcterms:created>
  <dcterms:modified xsi:type="dcterms:W3CDTF">2026-03-21T16:42:43Z</dcterms:modified>
</cp:coreProperties>
</file>