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59" r:id="rId4"/>
    <p:sldId id="257" r:id="rId5"/>
    <p:sldId id="261" r:id="rId6"/>
    <p:sldId id="260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052F1-1681-4E98-982E-07DF15D5FDBC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9A9FF8-EBE1-4791-AF46-49FAE653DF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5999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9A9FF8-EBE1-4791-AF46-49FAE653DFA6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84202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BA53E-5B01-91D1-76C9-E8B76B7536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0FF56D-21EC-CA02-E517-8D90166980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9E5102-7587-F832-03D6-E73E7E950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0D8DB-9C37-458D-9C70-8A1F36AAB8AB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4460B-42FE-28DE-5F2B-C4E286D55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D2C74-76FA-5713-3726-132F83E83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2E3F0-87CB-49B7-AC2B-DD51E7176D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4726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DF5AF-E43E-5DFA-87ED-3FB89F1C3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3543A-FCE5-8BD0-2330-D64E0BD86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9273E-4899-3199-BBBA-55DF089AD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0D8DB-9C37-458D-9C70-8A1F36AAB8AB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07C5E-5A83-6577-E491-66F54A4EE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D6285-5484-522F-1838-79954ABD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2E3F0-87CB-49B7-AC2B-DD51E7176D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2629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D8BDD-291A-D094-7403-5223E9853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93C9F-63F6-8F3A-3441-00EAA673F4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3AE772-6859-FFAF-928D-5BBD7EE77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0D8DB-9C37-458D-9C70-8A1F36AAB8AB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9F1D0F-C344-1AC1-5D3D-9D73DB7D9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DB7B0-FA36-BE3D-488A-3AFE3A81F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2E3F0-87CB-49B7-AC2B-DD51E7176D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1268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D62B2-7064-93CA-97CB-5B8537305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A2238-9F33-F0D4-7EC6-61353E9C5D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0571AF-9E59-CF78-DE80-4FE4256FB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8B9309-6C11-A118-BE14-E38ADB28E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0D8DB-9C37-458D-9C70-8A1F36AAB8AB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63F054-2E86-A915-7D61-E5D77A8AB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253A19-CC29-5BF2-ACCA-86CCC3E92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2E3F0-87CB-49B7-AC2B-DD51E7176D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1830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D1DBE-B903-BEAA-8CEE-E65A08CDD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FFAB40-B06B-70FD-CE8C-0E86F06C1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D84E52-CE08-562F-B0EB-AB2208F080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9D01F2-30B3-796E-B1E8-F5399065FF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A72210-2EC6-6C8B-ED77-BB8390EF32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2FA11A-23D9-58DB-5DD7-D8DC81E97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0D8DB-9C37-458D-9C70-8A1F36AAB8AB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EA0318-75F2-7C25-B4B5-96273C4F2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8B9FCD-0FC6-08FD-41DE-EFB9F60B4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2E3F0-87CB-49B7-AC2B-DD51E7176D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1909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7DF2E-2CC9-B4B0-D102-2ED8E8CC5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3EA782-FD75-C382-EF18-967362CE1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0D8DB-9C37-458D-9C70-8A1F36AAB8AB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A7813C-451E-FD2D-6786-9CC21BF26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CB1E17-AAF9-7378-FB06-EB88FF9E8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2E3F0-87CB-49B7-AC2B-DD51E7176D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9914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D04BED-0C81-D9CA-1515-334BD0002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0D8DB-9C37-458D-9C70-8A1F36AAB8AB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6AA4D5-3BCE-5B82-13CA-7C09D2778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D8F0A1-77A4-74D3-5111-C9E3BE9F4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2E3F0-87CB-49B7-AC2B-DD51E7176D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6711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377A7-162F-A867-8915-B44653FFB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FB21B-311B-63B3-915D-552D26359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7689AF-B65C-1FD0-D40E-45544CD16D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0FBFBB-01ED-BC8D-90BB-E485B7F93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0D8DB-9C37-458D-9C70-8A1F36AAB8AB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CB3EB7-D5BB-8698-EE6E-A022B5101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910F6A-91C1-1EA8-9FCB-E21891090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2E3F0-87CB-49B7-AC2B-DD51E7176D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379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242CB-EE56-449C-A2A3-9117E57D0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36F58C-07CC-F787-C7F5-DBE65E3945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75D80C-97E9-A467-1B2D-CA4C9CEFE7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CCA29E-D2D8-85D1-D5FF-96F2AF11A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0D8DB-9C37-458D-9C70-8A1F36AAB8AB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B93FF4-2C88-E3E2-BC76-9C4A71366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831D7E-26F5-5D61-281F-0317121C1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2E3F0-87CB-49B7-AC2B-DD51E7176D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1987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51AFC-4A94-6A50-2296-E1271E869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3A8C5A-780D-1D7E-EDE6-6A2268DE0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017BF-B196-EE5C-3FB8-53F1ED934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0D8DB-9C37-458D-9C70-8A1F36AAB8AB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60CBD-DAB8-D13F-CFD6-AF89B2E36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94DCC-2A87-2FCC-FF3B-EC2B137AF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2E3F0-87CB-49B7-AC2B-DD51E7176D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5975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9E1F6E-0803-A73C-AB6C-034FD9EF61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BCB37D-E1AA-7C97-67B9-5BD8BE322B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FA288F-47EF-598E-6B65-D1BE3B015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0D8DB-9C37-458D-9C70-8A1F36AAB8AB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1C9191-5359-F026-FED2-BBD4DDC6B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43EF5-F713-6D95-C13B-8929B15CA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2E3F0-87CB-49B7-AC2B-DD51E7176D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6101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2BD7C7-D8DD-23E3-16F7-B60BA2EBF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EFB59C-7C1C-1589-4C7F-E96097335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3E5B1D-EB6D-49CC-F298-2BD0E7A65C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A0D8DB-9C37-458D-9C70-8A1F36AAB8AB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2F5D3-BB99-D8DE-91A1-1398AC693F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CDEDFD-F506-C196-8D1B-A37854BD3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72E3F0-87CB-49B7-AC2B-DD51E7176D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0728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FCE37CD-58B7-7C61-59B7-8959A61EE47E}"/>
              </a:ext>
            </a:extLst>
          </p:cNvPr>
          <p:cNvSpPr/>
          <p:nvPr/>
        </p:nvSpPr>
        <p:spPr>
          <a:xfrm>
            <a:off x="792754" y="1362937"/>
            <a:ext cx="657760" cy="477407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USER</a:t>
            </a:r>
            <a:endParaRPr lang="ko-KR" altLang="en-US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35B99D-E38A-02D2-B8F4-7AD77C196BA0}"/>
              </a:ext>
            </a:extLst>
          </p:cNvPr>
          <p:cNvSpPr/>
          <p:nvPr/>
        </p:nvSpPr>
        <p:spPr>
          <a:xfrm>
            <a:off x="1374606" y="2811890"/>
            <a:ext cx="816896" cy="477407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Internet</a:t>
            </a:r>
            <a:endParaRPr lang="ko-KR" altLang="en-US" sz="1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D9C7FF-2025-6220-6796-8089B9FBCB47}"/>
              </a:ext>
            </a:extLst>
          </p:cNvPr>
          <p:cNvSpPr/>
          <p:nvPr/>
        </p:nvSpPr>
        <p:spPr>
          <a:xfrm>
            <a:off x="3108903" y="264105"/>
            <a:ext cx="8826500" cy="588645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4B2136-EC3B-E51E-5830-D6C56D0E84F9}"/>
              </a:ext>
            </a:extLst>
          </p:cNvPr>
          <p:cNvSpPr/>
          <p:nvPr/>
        </p:nvSpPr>
        <p:spPr>
          <a:xfrm>
            <a:off x="2617356" y="2811890"/>
            <a:ext cx="983094" cy="477407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Internet Gateway</a:t>
            </a:r>
            <a:endParaRPr lang="ko-KR" altLang="en-US" sz="1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8D89EF-0B4A-15E8-B860-035DDFC16FDE}"/>
              </a:ext>
            </a:extLst>
          </p:cNvPr>
          <p:cNvSpPr/>
          <p:nvPr/>
        </p:nvSpPr>
        <p:spPr>
          <a:xfrm>
            <a:off x="127303" y="2201137"/>
            <a:ext cx="657760" cy="477407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USER</a:t>
            </a:r>
            <a:endParaRPr lang="ko-KR" altLang="en-US" sz="1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87AA3AA-CAD4-97A6-A6ED-A034A7F11EA0}"/>
              </a:ext>
            </a:extLst>
          </p:cNvPr>
          <p:cNvSpPr/>
          <p:nvPr/>
        </p:nvSpPr>
        <p:spPr>
          <a:xfrm>
            <a:off x="127303" y="3097063"/>
            <a:ext cx="657760" cy="477407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USER</a:t>
            </a:r>
            <a:endParaRPr lang="ko-KR" altLang="en-US" sz="1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A7C80FC-B633-461F-14A5-22CD5A29D900}"/>
              </a:ext>
            </a:extLst>
          </p:cNvPr>
          <p:cNvSpPr/>
          <p:nvPr/>
        </p:nvSpPr>
        <p:spPr>
          <a:xfrm>
            <a:off x="782358" y="3935263"/>
            <a:ext cx="657760" cy="477407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USER</a:t>
            </a:r>
            <a:endParaRPr lang="ko-KR" altLang="en-US" sz="14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9A88E2-1ADE-2B53-9B99-8948C1D8C1FD}"/>
              </a:ext>
            </a:extLst>
          </p:cNvPr>
          <p:cNvSpPr/>
          <p:nvPr/>
        </p:nvSpPr>
        <p:spPr>
          <a:xfrm>
            <a:off x="3157106" y="308555"/>
            <a:ext cx="2049894" cy="231195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Virtual Private Cloud</a:t>
            </a:r>
            <a:endParaRPr lang="ko-KR" altLang="en-US" sz="14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B1B01A8-045A-4850-E791-A3A29B1C51D8}"/>
              </a:ext>
            </a:extLst>
          </p:cNvPr>
          <p:cNvSpPr/>
          <p:nvPr/>
        </p:nvSpPr>
        <p:spPr>
          <a:xfrm>
            <a:off x="6273609" y="623018"/>
            <a:ext cx="3133148" cy="2258005"/>
          </a:xfrm>
          <a:prstGeom prst="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43F1A62-9EEE-99DD-C434-898A4C745A5B}"/>
              </a:ext>
            </a:extLst>
          </p:cNvPr>
          <p:cNvSpPr/>
          <p:nvPr/>
        </p:nvSpPr>
        <p:spPr>
          <a:xfrm>
            <a:off x="6344269" y="667468"/>
            <a:ext cx="1395844" cy="231195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Subnet (Public)</a:t>
            </a:r>
            <a:endParaRPr lang="ko-KR" altLang="en-US" sz="14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CDE3240-C2FB-F560-6D1B-56E007A5F53B}"/>
              </a:ext>
            </a:extLst>
          </p:cNvPr>
          <p:cNvSpPr/>
          <p:nvPr/>
        </p:nvSpPr>
        <p:spPr>
          <a:xfrm>
            <a:off x="6273609" y="3207330"/>
            <a:ext cx="3133148" cy="2258005"/>
          </a:xfrm>
          <a:prstGeom prst="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0DEECE7-47C5-FC3B-4202-2421740B8CBB}"/>
              </a:ext>
            </a:extLst>
          </p:cNvPr>
          <p:cNvSpPr/>
          <p:nvPr/>
        </p:nvSpPr>
        <p:spPr>
          <a:xfrm>
            <a:off x="6344269" y="3289297"/>
            <a:ext cx="1452994" cy="231195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Subnet (Private)</a:t>
            </a:r>
            <a:endParaRPr lang="ko-KR" altLang="en-US" sz="14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81A7555-C480-EC11-3A04-391B55920552}"/>
              </a:ext>
            </a:extLst>
          </p:cNvPr>
          <p:cNvSpPr/>
          <p:nvPr/>
        </p:nvSpPr>
        <p:spPr>
          <a:xfrm>
            <a:off x="8203493" y="4336332"/>
            <a:ext cx="476420" cy="411849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EC2</a:t>
            </a:r>
            <a:endParaRPr lang="ko-KR" altLang="en-US" sz="12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9EE4480-7AB0-AF04-1174-581D4AF5FBE1}"/>
              </a:ext>
            </a:extLst>
          </p:cNvPr>
          <p:cNvSpPr/>
          <p:nvPr/>
        </p:nvSpPr>
        <p:spPr>
          <a:xfrm>
            <a:off x="8203493" y="1073970"/>
            <a:ext cx="476420" cy="411849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EC2</a:t>
            </a:r>
            <a:endParaRPr lang="ko-KR" altLang="en-US" sz="12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E54DE19-8AE6-E78B-1D92-52BC103435AE}"/>
              </a:ext>
            </a:extLst>
          </p:cNvPr>
          <p:cNvSpPr/>
          <p:nvPr/>
        </p:nvSpPr>
        <p:spPr>
          <a:xfrm>
            <a:off x="6539059" y="2219040"/>
            <a:ext cx="983094" cy="477407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NAT</a:t>
            </a:r>
          </a:p>
          <a:p>
            <a:pPr algn="ctr"/>
            <a:r>
              <a:rPr lang="en-US" altLang="ko-KR" sz="1400" dirty="0"/>
              <a:t>Gateway</a:t>
            </a:r>
            <a:endParaRPr lang="ko-KR" altLang="en-US" sz="14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36D453B-70BB-E704-5BC0-8EA11F7D0C08}"/>
              </a:ext>
            </a:extLst>
          </p:cNvPr>
          <p:cNvSpPr/>
          <p:nvPr/>
        </p:nvSpPr>
        <p:spPr>
          <a:xfrm>
            <a:off x="3829076" y="1059213"/>
            <a:ext cx="665788" cy="426606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Router</a:t>
            </a:r>
            <a:endParaRPr lang="ko-KR" altLang="en-US" sz="12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8B93DD2-35AD-30AF-30B4-39CC5220D331}"/>
              </a:ext>
            </a:extLst>
          </p:cNvPr>
          <p:cNvSpPr/>
          <p:nvPr/>
        </p:nvSpPr>
        <p:spPr>
          <a:xfrm>
            <a:off x="3847463" y="4336333"/>
            <a:ext cx="665788" cy="426606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Router</a:t>
            </a:r>
            <a:endParaRPr lang="ko-KR" altLang="en-US" sz="1200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E8CDAD6-A290-2138-E6FF-5B6248A39F8F}"/>
              </a:ext>
            </a:extLst>
          </p:cNvPr>
          <p:cNvCxnSpPr>
            <a:cxnSpLocks/>
            <a:stCxn id="20" idx="1"/>
            <a:endCxn id="26" idx="3"/>
          </p:cNvCxnSpPr>
          <p:nvPr/>
        </p:nvCxnSpPr>
        <p:spPr>
          <a:xfrm flipH="1">
            <a:off x="4513251" y="4542257"/>
            <a:ext cx="3690242" cy="737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C1DFAC8D-9488-44A3-F80E-C2BDBEEB53A9}"/>
              </a:ext>
            </a:extLst>
          </p:cNvPr>
          <p:cNvSpPr/>
          <p:nvPr/>
        </p:nvSpPr>
        <p:spPr>
          <a:xfrm>
            <a:off x="4629112" y="4336332"/>
            <a:ext cx="665788" cy="426606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Route</a:t>
            </a:r>
          </a:p>
          <a:p>
            <a:pPr algn="ctr"/>
            <a:r>
              <a:rPr lang="en-US" altLang="ko-KR" sz="1200" dirty="0"/>
              <a:t>Table</a:t>
            </a:r>
            <a:endParaRPr lang="ko-KR" altLang="en-US" sz="12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B40ECA4-94D8-F8D7-C1BA-94E696E83B7F}"/>
              </a:ext>
            </a:extLst>
          </p:cNvPr>
          <p:cNvSpPr/>
          <p:nvPr/>
        </p:nvSpPr>
        <p:spPr>
          <a:xfrm>
            <a:off x="5389278" y="4336332"/>
            <a:ext cx="665788" cy="426606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NACL</a:t>
            </a:r>
            <a:endParaRPr lang="ko-KR" altLang="en-US" sz="1200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AC874BD-86F9-3B21-D5C0-54E09DFA61A0}"/>
              </a:ext>
            </a:extLst>
          </p:cNvPr>
          <p:cNvCxnSpPr>
            <a:cxnSpLocks/>
          </p:cNvCxnSpPr>
          <p:nvPr/>
        </p:nvCxnSpPr>
        <p:spPr>
          <a:xfrm flipH="1">
            <a:off x="4494864" y="1265137"/>
            <a:ext cx="3690242" cy="737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7784F8E-3028-3FB4-FD9A-157A1A2C2925}"/>
              </a:ext>
            </a:extLst>
          </p:cNvPr>
          <p:cNvCxnSpPr>
            <a:cxnSpLocks/>
            <a:stCxn id="24" idx="2"/>
            <a:endCxn id="26" idx="0"/>
          </p:cNvCxnSpPr>
          <p:nvPr/>
        </p:nvCxnSpPr>
        <p:spPr>
          <a:xfrm>
            <a:off x="4161970" y="1485819"/>
            <a:ext cx="18387" cy="285051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113DFB0-D0FB-8C0C-C0EB-7E524AC6A719}"/>
              </a:ext>
            </a:extLst>
          </p:cNvPr>
          <p:cNvCxnSpPr>
            <a:cxnSpLocks/>
            <a:endCxn id="23" idx="0"/>
          </p:cNvCxnSpPr>
          <p:nvPr/>
        </p:nvCxnSpPr>
        <p:spPr>
          <a:xfrm>
            <a:off x="7030606" y="1265137"/>
            <a:ext cx="0" cy="95390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ACE05D7-6EE7-1D5D-CA36-B265578E39C6}"/>
              </a:ext>
            </a:extLst>
          </p:cNvPr>
          <p:cNvCxnSpPr>
            <a:cxnSpLocks/>
            <a:stCxn id="24" idx="1"/>
          </p:cNvCxnSpPr>
          <p:nvPr/>
        </p:nvCxnSpPr>
        <p:spPr>
          <a:xfrm flipH="1">
            <a:off x="3321978" y="1272516"/>
            <a:ext cx="507098" cy="73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7238F09-E12A-5884-710E-EC12A2CC144A}"/>
              </a:ext>
            </a:extLst>
          </p:cNvPr>
          <p:cNvCxnSpPr>
            <a:cxnSpLocks/>
          </p:cNvCxnSpPr>
          <p:nvPr/>
        </p:nvCxnSpPr>
        <p:spPr>
          <a:xfrm>
            <a:off x="3330528" y="1271190"/>
            <a:ext cx="7002" cy="1540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72283E6-D326-A624-9067-F6A8BC660D31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2191502" y="3050594"/>
            <a:ext cx="42585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761DB36F-832A-163B-2EBE-216DC0C4E6AF}"/>
              </a:ext>
            </a:extLst>
          </p:cNvPr>
          <p:cNvCxnSpPr>
            <a:cxnSpLocks/>
            <a:stCxn id="6" idx="1"/>
            <a:endCxn id="4" idx="2"/>
          </p:cNvCxnSpPr>
          <p:nvPr/>
        </p:nvCxnSpPr>
        <p:spPr>
          <a:xfrm flipH="1" flipV="1">
            <a:off x="1121634" y="1840344"/>
            <a:ext cx="252972" cy="12102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E63F0C61-E5A6-5EC1-D2CE-CC2B919C6004}"/>
              </a:ext>
            </a:extLst>
          </p:cNvPr>
          <p:cNvCxnSpPr>
            <a:cxnSpLocks/>
            <a:stCxn id="6" idx="1"/>
            <a:endCxn id="10" idx="3"/>
          </p:cNvCxnSpPr>
          <p:nvPr/>
        </p:nvCxnSpPr>
        <p:spPr>
          <a:xfrm flipH="1" flipV="1">
            <a:off x="785063" y="2439841"/>
            <a:ext cx="589543" cy="61075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BC39F939-0F6C-63A9-9DBE-3F8C09476707}"/>
              </a:ext>
            </a:extLst>
          </p:cNvPr>
          <p:cNvCxnSpPr>
            <a:cxnSpLocks/>
            <a:stCxn id="6" idx="1"/>
            <a:endCxn id="11" idx="3"/>
          </p:cNvCxnSpPr>
          <p:nvPr/>
        </p:nvCxnSpPr>
        <p:spPr>
          <a:xfrm flipH="1">
            <a:off x="785063" y="3050594"/>
            <a:ext cx="589543" cy="28517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C786FE0B-6ED5-B792-B295-09A4D6FEBD80}"/>
              </a:ext>
            </a:extLst>
          </p:cNvPr>
          <p:cNvCxnSpPr>
            <a:cxnSpLocks/>
            <a:stCxn id="6" idx="1"/>
            <a:endCxn id="12" idx="0"/>
          </p:cNvCxnSpPr>
          <p:nvPr/>
        </p:nvCxnSpPr>
        <p:spPr>
          <a:xfrm flipH="1">
            <a:off x="1111238" y="3050594"/>
            <a:ext cx="263368" cy="8846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Rectangle 68">
            <a:extLst>
              <a:ext uri="{FF2B5EF4-FFF2-40B4-BE49-F238E27FC236}">
                <a16:creationId xmlns:a16="http://schemas.microsoft.com/office/drawing/2014/main" id="{594B7426-324E-A800-8062-404BAC63E08A}"/>
              </a:ext>
            </a:extLst>
          </p:cNvPr>
          <p:cNvSpPr/>
          <p:nvPr/>
        </p:nvSpPr>
        <p:spPr>
          <a:xfrm>
            <a:off x="4595690" y="1051834"/>
            <a:ext cx="665788" cy="426606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Route</a:t>
            </a:r>
          </a:p>
          <a:p>
            <a:pPr algn="ctr"/>
            <a:r>
              <a:rPr lang="en-US" altLang="ko-KR" sz="1200" dirty="0"/>
              <a:t>Table</a:t>
            </a:r>
            <a:endParaRPr lang="ko-KR" altLang="en-US" sz="1200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881CF0B-89B7-7942-4318-3011E4EB8C7C}"/>
              </a:ext>
            </a:extLst>
          </p:cNvPr>
          <p:cNvSpPr/>
          <p:nvPr/>
        </p:nvSpPr>
        <p:spPr>
          <a:xfrm>
            <a:off x="5355856" y="1051834"/>
            <a:ext cx="665788" cy="426606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NACL</a:t>
            </a:r>
            <a:endParaRPr lang="ko-KR" altLang="en-US" sz="12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9250543-A6D9-500B-D5C6-26882A2A123B}"/>
              </a:ext>
            </a:extLst>
          </p:cNvPr>
          <p:cNvSpPr txBox="1"/>
          <p:nvPr/>
        </p:nvSpPr>
        <p:spPr>
          <a:xfrm>
            <a:off x="4569625" y="1514922"/>
            <a:ext cx="127951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Local: 10.0.0.0/16</a:t>
            </a:r>
          </a:p>
          <a:p>
            <a:r>
              <a:rPr lang="en-US" altLang="ko-KR" sz="1100" dirty="0"/>
              <a:t>IGW:  0.0.0.0/0</a:t>
            </a:r>
            <a:endParaRPr lang="ko-KR" altLang="en-US" sz="11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DE354F7-9F5F-A76E-9099-555542088C2F}"/>
              </a:ext>
            </a:extLst>
          </p:cNvPr>
          <p:cNvSpPr txBox="1"/>
          <p:nvPr/>
        </p:nvSpPr>
        <p:spPr>
          <a:xfrm>
            <a:off x="4595690" y="4810416"/>
            <a:ext cx="127951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Local: 10.0.0.0/16</a:t>
            </a:r>
          </a:p>
          <a:p>
            <a:r>
              <a:rPr lang="en-US" altLang="ko-KR" sz="1100" dirty="0"/>
              <a:t>NAT:  0.0.0.0/0</a:t>
            </a:r>
            <a:endParaRPr lang="ko-KR" altLang="en-US" sz="11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B9EE66A-CF76-8DC7-5346-7AAD9048B9A0}"/>
              </a:ext>
            </a:extLst>
          </p:cNvPr>
          <p:cNvSpPr txBox="1"/>
          <p:nvPr/>
        </p:nvSpPr>
        <p:spPr>
          <a:xfrm>
            <a:off x="3108903" y="549462"/>
            <a:ext cx="8707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10.0.0.0/16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664CB25-4D27-7BF8-6F73-830AA5D6698A}"/>
              </a:ext>
            </a:extLst>
          </p:cNvPr>
          <p:cNvSpPr txBox="1"/>
          <p:nvPr/>
        </p:nvSpPr>
        <p:spPr>
          <a:xfrm>
            <a:off x="7522153" y="2457743"/>
            <a:ext cx="7473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Elastic IP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B8E71AB-76B9-8729-1CA8-7D12E2B58954}"/>
              </a:ext>
            </a:extLst>
          </p:cNvPr>
          <p:cNvSpPr txBox="1"/>
          <p:nvPr/>
        </p:nvSpPr>
        <p:spPr>
          <a:xfrm>
            <a:off x="6273608" y="895411"/>
            <a:ext cx="8707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10.0.1.0/24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880CD15-5C77-4E2E-68AC-A78DD657A5EC}"/>
              </a:ext>
            </a:extLst>
          </p:cNvPr>
          <p:cNvSpPr txBox="1"/>
          <p:nvPr/>
        </p:nvSpPr>
        <p:spPr>
          <a:xfrm>
            <a:off x="6273609" y="3520077"/>
            <a:ext cx="8707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10.0.2.0/24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EF7A4A1F-DF50-C0F7-328B-9C1E5DF3D5BA}"/>
              </a:ext>
            </a:extLst>
          </p:cNvPr>
          <p:cNvSpPr/>
          <p:nvPr/>
        </p:nvSpPr>
        <p:spPr>
          <a:xfrm>
            <a:off x="10916053" y="318267"/>
            <a:ext cx="947591" cy="231195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/>
              <a:t>Region</a:t>
            </a:r>
            <a:endParaRPr lang="ko-KR" altLang="en-US" sz="1400" b="1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960B27E-E42A-A391-00EE-4D1E8E0611CB}"/>
              </a:ext>
            </a:extLst>
          </p:cNvPr>
          <p:cNvSpPr/>
          <p:nvPr/>
        </p:nvSpPr>
        <p:spPr>
          <a:xfrm>
            <a:off x="8878656" y="680267"/>
            <a:ext cx="473795" cy="231195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/>
              <a:t>AZ</a:t>
            </a:r>
            <a:endParaRPr lang="ko-KR" altLang="en-US" sz="1400" b="1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124F0C65-99AB-B958-3E69-E5790F5EC568}"/>
              </a:ext>
            </a:extLst>
          </p:cNvPr>
          <p:cNvSpPr/>
          <p:nvPr/>
        </p:nvSpPr>
        <p:spPr>
          <a:xfrm>
            <a:off x="8878655" y="3272167"/>
            <a:ext cx="473795" cy="231195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/>
              <a:t>AZ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4030813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3AD60-3C7E-7F5E-A9F5-2BBE10362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06FA0C9-90F3-071C-97DA-10A0079D74C9}"/>
              </a:ext>
            </a:extLst>
          </p:cNvPr>
          <p:cNvSpPr/>
          <p:nvPr/>
        </p:nvSpPr>
        <p:spPr>
          <a:xfrm>
            <a:off x="792754" y="1362937"/>
            <a:ext cx="657760" cy="477407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USER</a:t>
            </a:r>
            <a:endParaRPr lang="ko-KR" altLang="en-US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995616-DC55-2C2D-EE3E-CB681A695B94}"/>
              </a:ext>
            </a:extLst>
          </p:cNvPr>
          <p:cNvSpPr/>
          <p:nvPr/>
        </p:nvSpPr>
        <p:spPr>
          <a:xfrm>
            <a:off x="1374606" y="2811890"/>
            <a:ext cx="816896" cy="477407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Internet</a:t>
            </a:r>
            <a:endParaRPr lang="ko-KR" altLang="en-US" sz="1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F892C9-7FEA-6FA7-8ADA-7EFA0B57B204}"/>
              </a:ext>
            </a:extLst>
          </p:cNvPr>
          <p:cNvSpPr/>
          <p:nvPr/>
        </p:nvSpPr>
        <p:spPr>
          <a:xfrm>
            <a:off x="3108903" y="264105"/>
            <a:ext cx="8826500" cy="588645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B475EA-52C5-64A3-2973-EBEE1648A359}"/>
              </a:ext>
            </a:extLst>
          </p:cNvPr>
          <p:cNvSpPr/>
          <p:nvPr/>
        </p:nvSpPr>
        <p:spPr>
          <a:xfrm>
            <a:off x="2617356" y="2811890"/>
            <a:ext cx="983094" cy="477407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Internet Gateway</a:t>
            </a:r>
            <a:endParaRPr lang="ko-KR" altLang="en-US" sz="1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2BFB32-8AD1-AA5F-D20B-275F2D91EDE1}"/>
              </a:ext>
            </a:extLst>
          </p:cNvPr>
          <p:cNvSpPr/>
          <p:nvPr/>
        </p:nvSpPr>
        <p:spPr>
          <a:xfrm>
            <a:off x="127303" y="2201137"/>
            <a:ext cx="657760" cy="477407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USER</a:t>
            </a:r>
            <a:endParaRPr lang="ko-KR" altLang="en-US" sz="1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1A5248-0A17-1AA4-6D70-305D0AEA1437}"/>
              </a:ext>
            </a:extLst>
          </p:cNvPr>
          <p:cNvSpPr/>
          <p:nvPr/>
        </p:nvSpPr>
        <p:spPr>
          <a:xfrm>
            <a:off x="127303" y="3097063"/>
            <a:ext cx="657760" cy="477407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USER</a:t>
            </a:r>
            <a:endParaRPr lang="ko-KR" altLang="en-US" sz="1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D0F481-C143-282D-3BF2-811E1394C136}"/>
              </a:ext>
            </a:extLst>
          </p:cNvPr>
          <p:cNvSpPr/>
          <p:nvPr/>
        </p:nvSpPr>
        <p:spPr>
          <a:xfrm>
            <a:off x="782358" y="3935263"/>
            <a:ext cx="657760" cy="477407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USER</a:t>
            </a:r>
            <a:endParaRPr lang="ko-KR" altLang="en-US" sz="14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2891EF-B570-D9AF-401B-9DBD6117B3D3}"/>
              </a:ext>
            </a:extLst>
          </p:cNvPr>
          <p:cNvSpPr/>
          <p:nvPr/>
        </p:nvSpPr>
        <p:spPr>
          <a:xfrm>
            <a:off x="3157106" y="308555"/>
            <a:ext cx="2049894" cy="231195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Virtual Private Cloud</a:t>
            </a:r>
            <a:endParaRPr lang="ko-KR" altLang="en-US" sz="14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DEADD0-A520-14C9-8C7F-46E54E22AC0F}"/>
              </a:ext>
            </a:extLst>
          </p:cNvPr>
          <p:cNvSpPr/>
          <p:nvPr/>
        </p:nvSpPr>
        <p:spPr>
          <a:xfrm>
            <a:off x="6273609" y="623018"/>
            <a:ext cx="3133148" cy="2258005"/>
          </a:xfrm>
          <a:prstGeom prst="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5D5CA1-0BEB-C6D8-8220-BA11766AF056}"/>
              </a:ext>
            </a:extLst>
          </p:cNvPr>
          <p:cNvSpPr/>
          <p:nvPr/>
        </p:nvSpPr>
        <p:spPr>
          <a:xfrm>
            <a:off x="6344269" y="667468"/>
            <a:ext cx="1395844" cy="231195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Subnet (Public)</a:t>
            </a:r>
            <a:endParaRPr lang="ko-KR" altLang="en-US" sz="14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FBE09EF-5D28-63A5-FA07-B71A7B694D81}"/>
              </a:ext>
            </a:extLst>
          </p:cNvPr>
          <p:cNvSpPr/>
          <p:nvPr/>
        </p:nvSpPr>
        <p:spPr>
          <a:xfrm>
            <a:off x="6273609" y="3207330"/>
            <a:ext cx="3133148" cy="2258005"/>
          </a:xfrm>
          <a:prstGeom prst="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4E0FDEA-3C8B-1CC1-690C-B6EAC88F52C9}"/>
              </a:ext>
            </a:extLst>
          </p:cNvPr>
          <p:cNvSpPr/>
          <p:nvPr/>
        </p:nvSpPr>
        <p:spPr>
          <a:xfrm>
            <a:off x="6344269" y="3289297"/>
            <a:ext cx="1452994" cy="231195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Subnet (Private)</a:t>
            </a:r>
            <a:endParaRPr lang="ko-KR" altLang="en-US" sz="14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4B1C8E4-3DBA-54BE-2763-382A89089AFC}"/>
              </a:ext>
            </a:extLst>
          </p:cNvPr>
          <p:cNvSpPr/>
          <p:nvPr/>
        </p:nvSpPr>
        <p:spPr>
          <a:xfrm>
            <a:off x="8203493" y="1073970"/>
            <a:ext cx="476420" cy="411849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EC2</a:t>
            </a:r>
            <a:endParaRPr lang="ko-KR" altLang="en-US" sz="12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0B57845-2868-B310-CF53-670AB17F73A5}"/>
              </a:ext>
            </a:extLst>
          </p:cNvPr>
          <p:cNvSpPr/>
          <p:nvPr/>
        </p:nvSpPr>
        <p:spPr>
          <a:xfrm>
            <a:off x="6539059" y="2219040"/>
            <a:ext cx="983094" cy="477407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NAT</a:t>
            </a:r>
          </a:p>
          <a:p>
            <a:pPr algn="ctr"/>
            <a:r>
              <a:rPr lang="en-US" altLang="ko-KR" sz="1400" dirty="0"/>
              <a:t>Gateway</a:t>
            </a:r>
            <a:endParaRPr lang="ko-KR" altLang="en-US" sz="14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522A3D3-1C60-1089-A2C1-227478E2E0D8}"/>
              </a:ext>
            </a:extLst>
          </p:cNvPr>
          <p:cNvSpPr/>
          <p:nvPr/>
        </p:nvSpPr>
        <p:spPr>
          <a:xfrm>
            <a:off x="3829076" y="1059213"/>
            <a:ext cx="665788" cy="426606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Router</a:t>
            </a:r>
            <a:endParaRPr lang="ko-KR" altLang="en-US" sz="1200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CB98D4E-F1DF-D3CB-9836-01C80C36C62B}"/>
              </a:ext>
            </a:extLst>
          </p:cNvPr>
          <p:cNvCxnSpPr>
            <a:cxnSpLocks/>
          </p:cNvCxnSpPr>
          <p:nvPr/>
        </p:nvCxnSpPr>
        <p:spPr>
          <a:xfrm flipH="1">
            <a:off x="4494864" y="1265137"/>
            <a:ext cx="3690242" cy="737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AA4C8DB-1491-B511-BCD6-214CFCCB76C7}"/>
              </a:ext>
            </a:extLst>
          </p:cNvPr>
          <p:cNvCxnSpPr>
            <a:cxnSpLocks/>
            <a:endCxn id="23" idx="0"/>
          </p:cNvCxnSpPr>
          <p:nvPr/>
        </p:nvCxnSpPr>
        <p:spPr>
          <a:xfrm>
            <a:off x="7030606" y="1265137"/>
            <a:ext cx="0" cy="95390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128CFF3-0899-64D9-E572-20664ADCF7B8}"/>
              </a:ext>
            </a:extLst>
          </p:cNvPr>
          <p:cNvCxnSpPr>
            <a:cxnSpLocks/>
            <a:stCxn id="24" idx="1"/>
          </p:cNvCxnSpPr>
          <p:nvPr/>
        </p:nvCxnSpPr>
        <p:spPr>
          <a:xfrm flipH="1">
            <a:off x="3321978" y="1272516"/>
            <a:ext cx="507098" cy="73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F9F8D69-BEBF-DC1B-E086-16D43EE10119}"/>
              </a:ext>
            </a:extLst>
          </p:cNvPr>
          <p:cNvCxnSpPr>
            <a:cxnSpLocks/>
          </p:cNvCxnSpPr>
          <p:nvPr/>
        </p:nvCxnSpPr>
        <p:spPr>
          <a:xfrm>
            <a:off x="3330528" y="1271190"/>
            <a:ext cx="7002" cy="1540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7D02555-E1D8-DE14-89F5-F9D06524F5ED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2191502" y="3050594"/>
            <a:ext cx="42585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3B590637-F32C-B304-50E2-91C68E04A3E4}"/>
              </a:ext>
            </a:extLst>
          </p:cNvPr>
          <p:cNvCxnSpPr>
            <a:cxnSpLocks/>
            <a:stCxn id="6" idx="1"/>
            <a:endCxn id="4" idx="2"/>
          </p:cNvCxnSpPr>
          <p:nvPr/>
        </p:nvCxnSpPr>
        <p:spPr>
          <a:xfrm flipH="1" flipV="1">
            <a:off x="1121634" y="1840344"/>
            <a:ext cx="252972" cy="12102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59B4742-6902-FF24-A571-1DBF795ED765}"/>
              </a:ext>
            </a:extLst>
          </p:cNvPr>
          <p:cNvCxnSpPr>
            <a:cxnSpLocks/>
            <a:stCxn id="6" idx="1"/>
            <a:endCxn id="10" idx="3"/>
          </p:cNvCxnSpPr>
          <p:nvPr/>
        </p:nvCxnSpPr>
        <p:spPr>
          <a:xfrm flipH="1" flipV="1">
            <a:off x="785063" y="2439841"/>
            <a:ext cx="589543" cy="61075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B0CB1460-5E59-95A2-9C37-250CA8D0A198}"/>
              </a:ext>
            </a:extLst>
          </p:cNvPr>
          <p:cNvCxnSpPr>
            <a:cxnSpLocks/>
            <a:stCxn id="6" idx="1"/>
            <a:endCxn id="11" idx="3"/>
          </p:cNvCxnSpPr>
          <p:nvPr/>
        </p:nvCxnSpPr>
        <p:spPr>
          <a:xfrm flipH="1">
            <a:off x="785063" y="3050594"/>
            <a:ext cx="589543" cy="28517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50E19F89-B275-D61B-905D-CEE22ED859F8}"/>
              </a:ext>
            </a:extLst>
          </p:cNvPr>
          <p:cNvCxnSpPr>
            <a:cxnSpLocks/>
            <a:stCxn id="6" idx="1"/>
            <a:endCxn id="12" idx="0"/>
          </p:cNvCxnSpPr>
          <p:nvPr/>
        </p:nvCxnSpPr>
        <p:spPr>
          <a:xfrm flipH="1">
            <a:off x="1111238" y="3050594"/>
            <a:ext cx="263368" cy="8846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Rectangle 68">
            <a:extLst>
              <a:ext uri="{FF2B5EF4-FFF2-40B4-BE49-F238E27FC236}">
                <a16:creationId xmlns:a16="http://schemas.microsoft.com/office/drawing/2014/main" id="{DF605708-C4EF-6C29-1D48-615FDD509024}"/>
              </a:ext>
            </a:extLst>
          </p:cNvPr>
          <p:cNvSpPr/>
          <p:nvPr/>
        </p:nvSpPr>
        <p:spPr>
          <a:xfrm>
            <a:off x="4595690" y="1051834"/>
            <a:ext cx="665788" cy="426606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Route</a:t>
            </a:r>
          </a:p>
          <a:p>
            <a:pPr algn="ctr"/>
            <a:r>
              <a:rPr lang="en-US" altLang="ko-KR" sz="1200" dirty="0"/>
              <a:t>Table</a:t>
            </a:r>
            <a:endParaRPr lang="ko-KR" altLang="en-US" sz="1200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15949D6D-E298-5395-30E5-EDFD38E650F5}"/>
              </a:ext>
            </a:extLst>
          </p:cNvPr>
          <p:cNvSpPr/>
          <p:nvPr/>
        </p:nvSpPr>
        <p:spPr>
          <a:xfrm>
            <a:off x="5355856" y="1051834"/>
            <a:ext cx="665788" cy="426606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NACL</a:t>
            </a:r>
            <a:endParaRPr lang="ko-KR" altLang="en-US" sz="12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F2418DE-E60D-FE84-EF9A-7AF9667E8C9E}"/>
              </a:ext>
            </a:extLst>
          </p:cNvPr>
          <p:cNvSpPr txBox="1"/>
          <p:nvPr/>
        </p:nvSpPr>
        <p:spPr>
          <a:xfrm>
            <a:off x="4569625" y="1514922"/>
            <a:ext cx="127951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Local: 10.0.0.0/16</a:t>
            </a:r>
          </a:p>
          <a:p>
            <a:r>
              <a:rPr lang="en-US" altLang="ko-KR" sz="1100" dirty="0"/>
              <a:t>IGW:  0.0.0.0/0</a:t>
            </a:r>
            <a:endParaRPr lang="ko-KR" altLang="en-US" sz="11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1582387-A0DB-21D7-FD49-2FB34FDB81EF}"/>
              </a:ext>
            </a:extLst>
          </p:cNvPr>
          <p:cNvSpPr txBox="1"/>
          <p:nvPr/>
        </p:nvSpPr>
        <p:spPr>
          <a:xfrm>
            <a:off x="3108903" y="549462"/>
            <a:ext cx="8707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10.0.0.0/16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9A6CCA2-EEF6-CB6B-6266-E80B0D9FB425}"/>
              </a:ext>
            </a:extLst>
          </p:cNvPr>
          <p:cNvSpPr txBox="1"/>
          <p:nvPr/>
        </p:nvSpPr>
        <p:spPr>
          <a:xfrm>
            <a:off x="7522153" y="2457743"/>
            <a:ext cx="7473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Elastic IP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233202E-B3E9-F278-2849-B324BF3443E6}"/>
              </a:ext>
            </a:extLst>
          </p:cNvPr>
          <p:cNvSpPr txBox="1"/>
          <p:nvPr/>
        </p:nvSpPr>
        <p:spPr>
          <a:xfrm>
            <a:off x="6273608" y="895411"/>
            <a:ext cx="8707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10.0.1.0/24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2918564-D06B-D39A-AF5F-8119F9F02569}"/>
              </a:ext>
            </a:extLst>
          </p:cNvPr>
          <p:cNvSpPr txBox="1"/>
          <p:nvPr/>
        </p:nvSpPr>
        <p:spPr>
          <a:xfrm>
            <a:off x="6273609" y="3520077"/>
            <a:ext cx="8707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10.0.2.0/24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99C09CD0-88AE-1F5F-83B5-A8CCDA5EB52F}"/>
              </a:ext>
            </a:extLst>
          </p:cNvPr>
          <p:cNvSpPr/>
          <p:nvPr/>
        </p:nvSpPr>
        <p:spPr>
          <a:xfrm>
            <a:off x="10916053" y="318267"/>
            <a:ext cx="947591" cy="231195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/>
              <a:t>Region</a:t>
            </a:r>
            <a:endParaRPr lang="ko-KR" altLang="en-US" sz="1400" b="1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FF17DFE1-9C3F-3D53-BD00-9D67B69CFABC}"/>
              </a:ext>
            </a:extLst>
          </p:cNvPr>
          <p:cNvSpPr/>
          <p:nvPr/>
        </p:nvSpPr>
        <p:spPr>
          <a:xfrm>
            <a:off x="8878656" y="680267"/>
            <a:ext cx="473795" cy="231195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/>
              <a:t>AZ</a:t>
            </a:r>
            <a:endParaRPr lang="ko-KR" altLang="en-US" sz="1400" b="1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46CDA02-7A35-8984-1863-FAF3AB32D980}"/>
              </a:ext>
            </a:extLst>
          </p:cNvPr>
          <p:cNvSpPr/>
          <p:nvPr/>
        </p:nvSpPr>
        <p:spPr>
          <a:xfrm>
            <a:off x="8878655" y="3272167"/>
            <a:ext cx="473795" cy="231195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/>
              <a:t>AZ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881000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00D57-4767-91A9-6D3B-52C21381B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C82A880-B97E-FADA-7EFE-A518951D0ED2}"/>
              </a:ext>
            </a:extLst>
          </p:cNvPr>
          <p:cNvSpPr/>
          <p:nvPr/>
        </p:nvSpPr>
        <p:spPr>
          <a:xfrm>
            <a:off x="792754" y="1362937"/>
            <a:ext cx="657760" cy="477407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USER</a:t>
            </a:r>
            <a:endParaRPr lang="ko-KR" altLang="en-US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D19014-160F-7C37-BD66-267A8EA5F059}"/>
              </a:ext>
            </a:extLst>
          </p:cNvPr>
          <p:cNvSpPr/>
          <p:nvPr/>
        </p:nvSpPr>
        <p:spPr>
          <a:xfrm>
            <a:off x="1374606" y="2811890"/>
            <a:ext cx="816896" cy="477407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Internet</a:t>
            </a:r>
            <a:endParaRPr lang="ko-KR" altLang="en-US" sz="1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62719D-92CF-5A47-F169-DE0C7CFA8061}"/>
              </a:ext>
            </a:extLst>
          </p:cNvPr>
          <p:cNvSpPr/>
          <p:nvPr/>
        </p:nvSpPr>
        <p:spPr>
          <a:xfrm>
            <a:off x="3108903" y="264105"/>
            <a:ext cx="8826500" cy="588645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FF913A-09B6-24F9-01AC-515EBA293FF9}"/>
              </a:ext>
            </a:extLst>
          </p:cNvPr>
          <p:cNvSpPr/>
          <p:nvPr/>
        </p:nvSpPr>
        <p:spPr>
          <a:xfrm>
            <a:off x="2617356" y="2811890"/>
            <a:ext cx="983094" cy="477407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Internet Gateway</a:t>
            </a:r>
            <a:endParaRPr lang="ko-KR" altLang="en-US" sz="1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4A6F4F-1590-FECA-3511-B8CA2D0FDC98}"/>
              </a:ext>
            </a:extLst>
          </p:cNvPr>
          <p:cNvSpPr/>
          <p:nvPr/>
        </p:nvSpPr>
        <p:spPr>
          <a:xfrm>
            <a:off x="127303" y="2201137"/>
            <a:ext cx="657760" cy="477407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USER</a:t>
            </a:r>
            <a:endParaRPr lang="ko-KR" altLang="en-US" sz="1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D3E5BCE-69DC-F256-B1CA-F2FFBD7D32EE}"/>
              </a:ext>
            </a:extLst>
          </p:cNvPr>
          <p:cNvSpPr/>
          <p:nvPr/>
        </p:nvSpPr>
        <p:spPr>
          <a:xfrm>
            <a:off x="127303" y="3097063"/>
            <a:ext cx="657760" cy="477407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USER</a:t>
            </a:r>
            <a:endParaRPr lang="ko-KR" altLang="en-US" sz="1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99719A-B47F-5882-1C54-0C48B3693BE6}"/>
              </a:ext>
            </a:extLst>
          </p:cNvPr>
          <p:cNvSpPr/>
          <p:nvPr/>
        </p:nvSpPr>
        <p:spPr>
          <a:xfrm>
            <a:off x="782358" y="3935263"/>
            <a:ext cx="657760" cy="477407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USER</a:t>
            </a:r>
            <a:endParaRPr lang="ko-KR" altLang="en-US" sz="14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FD68312-9AAA-DAC5-8E92-D9BD423E7C6A}"/>
              </a:ext>
            </a:extLst>
          </p:cNvPr>
          <p:cNvSpPr/>
          <p:nvPr/>
        </p:nvSpPr>
        <p:spPr>
          <a:xfrm>
            <a:off x="3157106" y="308555"/>
            <a:ext cx="2049894" cy="231195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Virtual Private Cloud</a:t>
            </a:r>
            <a:endParaRPr lang="ko-KR" altLang="en-US" sz="14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8AE3462-EFFF-32A1-0CEF-AB5AF08669EE}"/>
              </a:ext>
            </a:extLst>
          </p:cNvPr>
          <p:cNvSpPr/>
          <p:nvPr/>
        </p:nvSpPr>
        <p:spPr>
          <a:xfrm>
            <a:off x="6273609" y="623018"/>
            <a:ext cx="3133148" cy="2258005"/>
          </a:xfrm>
          <a:prstGeom prst="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F3732EF-6E8B-6A37-78DC-C2F36AB85FE5}"/>
              </a:ext>
            </a:extLst>
          </p:cNvPr>
          <p:cNvSpPr/>
          <p:nvPr/>
        </p:nvSpPr>
        <p:spPr>
          <a:xfrm>
            <a:off x="6344269" y="667468"/>
            <a:ext cx="1395844" cy="231195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Subnet (Public)</a:t>
            </a:r>
            <a:endParaRPr lang="ko-KR" altLang="en-US" sz="14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2998262-C351-BD5C-738C-805B925DBCB5}"/>
              </a:ext>
            </a:extLst>
          </p:cNvPr>
          <p:cNvSpPr/>
          <p:nvPr/>
        </p:nvSpPr>
        <p:spPr>
          <a:xfrm>
            <a:off x="6273609" y="3207330"/>
            <a:ext cx="3133148" cy="2258005"/>
          </a:xfrm>
          <a:prstGeom prst="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3DA3125-CE7F-6718-F8A5-6DADC089BB7B}"/>
              </a:ext>
            </a:extLst>
          </p:cNvPr>
          <p:cNvSpPr/>
          <p:nvPr/>
        </p:nvSpPr>
        <p:spPr>
          <a:xfrm>
            <a:off x="6344269" y="3289297"/>
            <a:ext cx="1452994" cy="231195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Subnet (Private)</a:t>
            </a:r>
            <a:endParaRPr lang="ko-KR" altLang="en-US" sz="14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8DFBAC4-03C6-B1A1-D876-D2C373C7AF13}"/>
              </a:ext>
            </a:extLst>
          </p:cNvPr>
          <p:cNvSpPr/>
          <p:nvPr/>
        </p:nvSpPr>
        <p:spPr>
          <a:xfrm>
            <a:off x="8203493" y="4336332"/>
            <a:ext cx="476420" cy="411849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EC2</a:t>
            </a:r>
            <a:endParaRPr lang="ko-KR" altLang="en-US" sz="12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611862F-C178-3715-EAEF-96A8F343F6D4}"/>
              </a:ext>
            </a:extLst>
          </p:cNvPr>
          <p:cNvSpPr/>
          <p:nvPr/>
        </p:nvSpPr>
        <p:spPr>
          <a:xfrm>
            <a:off x="8203493" y="1073970"/>
            <a:ext cx="476420" cy="411849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EC2</a:t>
            </a:r>
            <a:endParaRPr lang="ko-KR" altLang="en-US" sz="12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2294DA8-BFFB-7A3D-CD55-28F8A1385F8B}"/>
              </a:ext>
            </a:extLst>
          </p:cNvPr>
          <p:cNvSpPr/>
          <p:nvPr/>
        </p:nvSpPr>
        <p:spPr>
          <a:xfrm>
            <a:off x="6539059" y="2219040"/>
            <a:ext cx="983094" cy="477407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NAT</a:t>
            </a:r>
          </a:p>
          <a:p>
            <a:pPr algn="ctr"/>
            <a:r>
              <a:rPr lang="en-US" altLang="ko-KR" sz="1400" dirty="0"/>
              <a:t>Gateway</a:t>
            </a:r>
            <a:endParaRPr lang="ko-KR" altLang="en-US" sz="14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9652D9A-6C71-D3EC-4AB1-97ABB41C149D}"/>
              </a:ext>
            </a:extLst>
          </p:cNvPr>
          <p:cNvSpPr/>
          <p:nvPr/>
        </p:nvSpPr>
        <p:spPr>
          <a:xfrm>
            <a:off x="3829076" y="1059213"/>
            <a:ext cx="665788" cy="426606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Router</a:t>
            </a:r>
            <a:endParaRPr lang="ko-KR" altLang="en-US" sz="12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7D5CCE6-34F4-B439-9020-6936ED6C2412}"/>
              </a:ext>
            </a:extLst>
          </p:cNvPr>
          <p:cNvSpPr/>
          <p:nvPr/>
        </p:nvSpPr>
        <p:spPr>
          <a:xfrm>
            <a:off x="3847463" y="4336333"/>
            <a:ext cx="665788" cy="426606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Router</a:t>
            </a:r>
            <a:endParaRPr lang="ko-KR" altLang="en-US" sz="1200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6C71E27-9078-44F2-E290-46495DFB6ECB}"/>
              </a:ext>
            </a:extLst>
          </p:cNvPr>
          <p:cNvCxnSpPr>
            <a:cxnSpLocks/>
            <a:stCxn id="20" idx="1"/>
            <a:endCxn id="26" idx="3"/>
          </p:cNvCxnSpPr>
          <p:nvPr/>
        </p:nvCxnSpPr>
        <p:spPr>
          <a:xfrm flipH="1">
            <a:off x="4513251" y="4542257"/>
            <a:ext cx="3690242" cy="737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D84EE9AD-5ABF-05FE-5452-C7F3F9C301F1}"/>
              </a:ext>
            </a:extLst>
          </p:cNvPr>
          <p:cNvSpPr/>
          <p:nvPr/>
        </p:nvSpPr>
        <p:spPr>
          <a:xfrm>
            <a:off x="4629112" y="4336332"/>
            <a:ext cx="665788" cy="426606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Route</a:t>
            </a:r>
          </a:p>
          <a:p>
            <a:pPr algn="ctr"/>
            <a:r>
              <a:rPr lang="en-US" altLang="ko-KR" sz="1200" dirty="0"/>
              <a:t>Table</a:t>
            </a:r>
            <a:endParaRPr lang="ko-KR" altLang="en-US" sz="12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4B6AE5E-9976-1208-4CB9-1385421483EB}"/>
              </a:ext>
            </a:extLst>
          </p:cNvPr>
          <p:cNvSpPr/>
          <p:nvPr/>
        </p:nvSpPr>
        <p:spPr>
          <a:xfrm>
            <a:off x="5389278" y="4336332"/>
            <a:ext cx="665788" cy="426606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NACL</a:t>
            </a:r>
            <a:endParaRPr lang="ko-KR" altLang="en-US" sz="1200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6622976-3B9B-2FAB-ED20-6AC5FA3E2346}"/>
              </a:ext>
            </a:extLst>
          </p:cNvPr>
          <p:cNvCxnSpPr>
            <a:cxnSpLocks/>
          </p:cNvCxnSpPr>
          <p:nvPr/>
        </p:nvCxnSpPr>
        <p:spPr>
          <a:xfrm flipH="1">
            <a:off x="4494864" y="1265137"/>
            <a:ext cx="3690242" cy="737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950A7EA-8F57-3018-8BF5-98C9B3AB8883}"/>
              </a:ext>
            </a:extLst>
          </p:cNvPr>
          <p:cNvCxnSpPr>
            <a:cxnSpLocks/>
            <a:stCxn id="24" idx="2"/>
            <a:endCxn id="26" idx="0"/>
          </p:cNvCxnSpPr>
          <p:nvPr/>
        </p:nvCxnSpPr>
        <p:spPr>
          <a:xfrm>
            <a:off x="4161970" y="1485819"/>
            <a:ext cx="18387" cy="285051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08CB572-D417-7CA4-3B05-406F9D4A6F0C}"/>
              </a:ext>
            </a:extLst>
          </p:cNvPr>
          <p:cNvCxnSpPr>
            <a:cxnSpLocks/>
            <a:endCxn id="23" idx="0"/>
          </p:cNvCxnSpPr>
          <p:nvPr/>
        </p:nvCxnSpPr>
        <p:spPr>
          <a:xfrm>
            <a:off x="7030606" y="1265137"/>
            <a:ext cx="0" cy="95390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283E6A5-C113-56F7-EA0E-6F422372EF34}"/>
              </a:ext>
            </a:extLst>
          </p:cNvPr>
          <p:cNvCxnSpPr>
            <a:cxnSpLocks/>
            <a:stCxn id="24" idx="1"/>
          </p:cNvCxnSpPr>
          <p:nvPr/>
        </p:nvCxnSpPr>
        <p:spPr>
          <a:xfrm flipH="1">
            <a:off x="3321978" y="1272516"/>
            <a:ext cx="507098" cy="73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16B4E68B-4736-DFF4-988B-3E9F7B481240}"/>
              </a:ext>
            </a:extLst>
          </p:cNvPr>
          <p:cNvCxnSpPr>
            <a:cxnSpLocks/>
          </p:cNvCxnSpPr>
          <p:nvPr/>
        </p:nvCxnSpPr>
        <p:spPr>
          <a:xfrm>
            <a:off x="3330528" y="1271190"/>
            <a:ext cx="7002" cy="1540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38BBEA9-CCCE-8562-D556-75A763C85F03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2191502" y="3050594"/>
            <a:ext cx="42585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47AB65B-6AB0-26B4-4227-F343B399091C}"/>
              </a:ext>
            </a:extLst>
          </p:cNvPr>
          <p:cNvCxnSpPr>
            <a:cxnSpLocks/>
            <a:stCxn id="6" idx="1"/>
            <a:endCxn id="4" idx="2"/>
          </p:cNvCxnSpPr>
          <p:nvPr/>
        </p:nvCxnSpPr>
        <p:spPr>
          <a:xfrm flipH="1" flipV="1">
            <a:off x="1121634" y="1840344"/>
            <a:ext cx="252972" cy="12102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11AB529-E380-1A6D-030D-25352085C61D}"/>
              </a:ext>
            </a:extLst>
          </p:cNvPr>
          <p:cNvCxnSpPr>
            <a:cxnSpLocks/>
            <a:stCxn id="6" idx="1"/>
            <a:endCxn id="10" idx="3"/>
          </p:cNvCxnSpPr>
          <p:nvPr/>
        </p:nvCxnSpPr>
        <p:spPr>
          <a:xfrm flipH="1" flipV="1">
            <a:off x="785063" y="2439841"/>
            <a:ext cx="589543" cy="61075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328F8F81-13FB-0E7B-74CD-01E966843F76}"/>
              </a:ext>
            </a:extLst>
          </p:cNvPr>
          <p:cNvCxnSpPr>
            <a:cxnSpLocks/>
            <a:stCxn id="6" idx="1"/>
            <a:endCxn id="11" idx="3"/>
          </p:cNvCxnSpPr>
          <p:nvPr/>
        </p:nvCxnSpPr>
        <p:spPr>
          <a:xfrm flipH="1">
            <a:off x="785063" y="3050594"/>
            <a:ext cx="589543" cy="28517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04F4D3CA-5680-349C-5E38-2E6E2EFA0EA1}"/>
              </a:ext>
            </a:extLst>
          </p:cNvPr>
          <p:cNvCxnSpPr>
            <a:cxnSpLocks/>
            <a:stCxn id="6" idx="1"/>
            <a:endCxn id="12" idx="0"/>
          </p:cNvCxnSpPr>
          <p:nvPr/>
        </p:nvCxnSpPr>
        <p:spPr>
          <a:xfrm flipH="1">
            <a:off x="1111238" y="3050594"/>
            <a:ext cx="263368" cy="8846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Rectangle 68">
            <a:extLst>
              <a:ext uri="{FF2B5EF4-FFF2-40B4-BE49-F238E27FC236}">
                <a16:creationId xmlns:a16="http://schemas.microsoft.com/office/drawing/2014/main" id="{298311E9-6B04-B9B7-7A36-8BD5B37B6653}"/>
              </a:ext>
            </a:extLst>
          </p:cNvPr>
          <p:cNvSpPr/>
          <p:nvPr/>
        </p:nvSpPr>
        <p:spPr>
          <a:xfrm>
            <a:off x="4595690" y="1051834"/>
            <a:ext cx="665788" cy="426606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Route</a:t>
            </a:r>
          </a:p>
          <a:p>
            <a:pPr algn="ctr"/>
            <a:r>
              <a:rPr lang="en-US" altLang="ko-KR" sz="1200" dirty="0"/>
              <a:t>Table</a:t>
            </a:r>
            <a:endParaRPr lang="ko-KR" altLang="en-US" sz="1200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4A457784-6E90-CBE4-BBD3-29ED86113469}"/>
              </a:ext>
            </a:extLst>
          </p:cNvPr>
          <p:cNvSpPr/>
          <p:nvPr/>
        </p:nvSpPr>
        <p:spPr>
          <a:xfrm>
            <a:off x="5355856" y="1051834"/>
            <a:ext cx="665788" cy="426606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NACL</a:t>
            </a:r>
            <a:endParaRPr lang="ko-KR" altLang="en-US" sz="12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4F802D8-FE48-4B83-70BE-BD0067991EC1}"/>
              </a:ext>
            </a:extLst>
          </p:cNvPr>
          <p:cNvSpPr txBox="1"/>
          <p:nvPr/>
        </p:nvSpPr>
        <p:spPr>
          <a:xfrm>
            <a:off x="4569625" y="1514922"/>
            <a:ext cx="127951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Local: 10.0.0.0/16</a:t>
            </a:r>
          </a:p>
          <a:p>
            <a:r>
              <a:rPr lang="en-US" altLang="ko-KR" sz="1100" dirty="0"/>
              <a:t>IGW:  0.0.0.0/0</a:t>
            </a:r>
            <a:endParaRPr lang="ko-KR" altLang="en-US" sz="11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C0EC46E-421B-9826-854C-EB7685C1A179}"/>
              </a:ext>
            </a:extLst>
          </p:cNvPr>
          <p:cNvSpPr txBox="1"/>
          <p:nvPr/>
        </p:nvSpPr>
        <p:spPr>
          <a:xfrm>
            <a:off x="4595690" y="4810416"/>
            <a:ext cx="127951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Local: 10.0.0.0/16</a:t>
            </a:r>
          </a:p>
          <a:p>
            <a:r>
              <a:rPr lang="en-US" altLang="ko-KR" sz="1100" dirty="0"/>
              <a:t>NAT:  0.0.0.0/0</a:t>
            </a:r>
            <a:endParaRPr lang="ko-KR" altLang="en-US" sz="11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225AD3C-880E-8FE4-3593-25335FC4AD80}"/>
              </a:ext>
            </a:extLst>
          </p:cNvPr>
          <p:cNvSpPr txBox="1"/>
          <p:nvPr/>
        </p:nvSpPr>
        <p:spPr>
          <a:xfrm>
            <a:off x="3108903" y="549462"/>
            <a:ext cx="8707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10.0.0.0/16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A053298-80FF-47C8-E2D0-C1638ADB2797}"/>
              </a:ext>
            </a:extLst>
          </p:cNvPr>
          <p:cNvSpPr txBox="1"/>
          <p:nvPr/>
        </p:nvSpPr>
        <p:spPr>
          <a:xfrm>
            <a:off x="7522153" y="2457743"/>
            <a:ext cx="7473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Elastic IP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033305B-4569-122E-692C-5CBDACA61BE9}"/>
              </a:ext>
            </a:extLst>
          </p:cNvPr>
          <p:cNvSpPr txBox="1"/>
          <p:nvPr/>
        </p:nvSpPr>
        <p:spPr>
          <a:xfrm>
            <a:off x="6273608" y="895411"/>
            <a:ext cx="8707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10.0.1.0/24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257293F-0ECF-8AA3-B0A5-009C4E171796}"/>
              </a:ext>
            </a:extLst>
          </p:cNvPr>
          <p:cNvSpPr txBox="1"/>
          <p:nvPr/>
        </p:nvSpPr>
        <p:spPr>
          <a:xfrm>
            <a:off x="6273609" y="3520077"/>
            <a:ext cx="8707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10.0.2.0/24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2E79D7D4-BC7C-4DA1-3621-4327F573DCA2}"/>
              </a:ext>
            </a:extLst>
          </p:cNvPr>
          <p:cNvSpPr/>
          <p:nvPr/>
        </p:nvSpPr>
        <p:spPr>
          <a:xfrm>
            <a:off x="10916053" y="318267"/>
            <a:ext cx="947591" cy="231195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/>
              <a:t>Region</a:t>
            </a:r>
            <a:endParaRPr lang="ko-KR" altLang="en-US" sz="1400" b="1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3DF2CEC3-BD48-26AC-6652-64BC5AB7D43D}"/>
              </a:ext>
            </a:extLst>
          </p:cNvPr>
          <p:cNvSpPr/>
          <p:nvPr/>
        </p:nvSpPr>
        <p:spPr>
          <a:xfrm>
            <a:off x="8878656" y="680267"/>
            <a:ext cx="473795" cy="231195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/>
              <a:t>AZ</a:t>
            </a:r>
            <a:endParaRPr lang="ko-KR" altLang="en-US" sz="1400" b="1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2F108044-60E3-89FF-7A9A-B76E1FD513AB}"/>
              </a:ext>
            </a:extLst>
          </p:cNvPr>
          <p:cNvSpPr/>
          <p:nvPr/>
        </p:nvSpPr>
        <p:spPr>
          <a:xfrm>
            <a:off x="8878655" y="3272167"/>
            <a:ext cx="473795" cy="231195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/>
              <a:t>AZ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29314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99426-42CD-EDB9-3A70-ED4C6D763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66336C5-3462-D533-2EFC-14D3023F562F}"/>
              </a:ext>
            </a:extLst>
          </p:cNvPr>
          <p:cNvSpPr/>
          <p:nvPr/>
        </p:nvSpPr>
        <p:spPr>
          <a:xfrm>
            <a:off x="305956" y="273685"/>
            <a:ext cx="557644" cy="231195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VPC</a:t>
            </a:r>
            <a:endParaRPr lang="ko-KR" alt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D6DC82-412F-8ACD-6016-E194A6FD2BF2}"/>
              </a:ext>
            </a:extLst>
          </p:cNvPr>
          <p:cNvSpPr txBox="1"/>
          <p:nvPr/>
        </p:nvSpPr>
        <p:spPr>
          <a:xfrm>
            <a:off x="2004003" y="267523"/>
            <a:ext cx="21323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1. IPv4 CIDR block: 10.0.0.0/16</a:t>
            </a:r>
          </a:p>
          <a:p>
            <a:r>
              <a:rPr lang="en-US" altLang="ko-KR" sz="1100" dirty="0"/>
              <a:t>2. Region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236AE04-F507-2C9C-51BA-57A98A15F1EF}"/>
              </a:ext>
            </a:extLst>
          </p:cNvPr>
          <p:cNvCxnSpPr>
            <a:cxnSpLocks/>
            <a:stCxn id="3" idx="1"/>
          </p:cNvCxnSpPr>
          <p:nvPr/>
        </p:nvCxnSpPr>
        <p:spPr>
          <a:xfrm flipH="1" flipV="1">
            <a:off x="863600" y="380238"/>
            <a:ext cx="1140403" cy="102729"/>
          </a:xfrm>
          <a:prstGeom prst="line">
            <a:avLst/>
          </a:prstGeom>
          <a:ln w="19050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2EF382A-2B71-85B1-C414-0EF75F59C51D}"/>
              </a:ext>
            </a:extLst>
          </p:cNvPr>
          <p:cNvSpPr txBox="1"/>
          <p:nvPr/>
        </p:nvSpPr>
        <p:spPr>
          <a:xfrm>
            <a:off x="2004003" y="991423"/>
            <a:ext cx="263084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1. IPv4 Subnet CIDR block: 10.0.1.0/24</a:t>
            </a:r>
          </a:p>
          <a:p>
            <a:r>
              <a:rPr lang="en-US" altLang="ko-KR" sz="1100" dirty="0"/>
              <a:t>2. Availability Zone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6B88176-4157-B802-FEC7-515073283FBC}"/>
              </a:ext>
            </a:extLst>
          </p:cNvPr>
          <p:cNvCxnSpPr>
            <a:cxnSpLocks/>
            <a:stCxn id="18" idx="1"/>
            <a:endCxn id="25" idx="3"/>
          </p:cNvCxnSpPr>
          <p:nvPr/>
        </p:nvCxnSpPr>
        <p:spPr>
          <a:xfrm flipH="1" flipV="1">
            <a:off x="1073150" y="1122228"/>
            <a:ext cx="930853" cy="84639"/>
          </a:xfrm>
          <a:prstGeom prst="line">
            <a:avLst/>
          </a:prstGeom>
          <a:ln w="19050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601F8A88-4413-D72C-E332-C86AD4C5448F}"/>
              </a:ext>
            </a:extLst>
          </p:cNvPr>
          <p:cNvSpPr/>
          <p:nvPr/>
        </p:nvSpPr>
        <p:spPr>
          <a:xfrm>
            <a:off x="305956" y="1006630"/>
            <a:ext cx="767194" cy="231195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Subnet</a:t>
            </a:r>
            <a:endParaRPr lang="ko-KR" altLang="en-US" sz="14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D8A0290-6B06-2A98-EEA3-69D2F8D15284}"/>
              </a:ext>
            </a:extLst>
          </p:cNvPr>
          <p:cNvSpPr/>
          <p:nvPr/>
        </p:nvSpPr>
        <p:spPr>
          <a:xfrm>
            <a:off x="305956" y="2068940"/>
            <a:ext cx="983094" cy="477407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Internet Gateway</a:t>
            </a:r>
            <a:endParaRPr lang="ko-KR" altLang="en-US" sz="1400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1597E34-3A47-F71C-ADA2-AACF92D9F207}"/>
              </a:ext>
            </a:extLst>
          </p:cNvPr>
          <p:cNvCxnSpPr>
            <a:cxnSpLocks/>
            <a:endCxn id="30" idx="3"/>
          </p:cNvCxnSpPr>
          <p:nvPr/>
        </p:nvCxnSpPr>
        <p:spPr>
          <a:xfrm flipH="1">
            <a:off x="1289050" y="2307644"/>
            <a:ext cx="714953" cy="0"/>
          </a:xfrm>
          <a:prstGeom prst="line">
            <a:avLst/>
          </a:prstGeom>
          <a:ln w="19050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D2231C4B-635B-2277-E12C-1E7F0BFCC47C}"/>
              </a:ext>
            </a:extLst>
          </p:cNvPr>
          <p:cNvSpPr txBox="1"/>
          <p:nvPr/>
        </p:nvSpPr>
        <p:spPr>
          <a:xfrm>
            <a:off x="2026647" y="2068940"/>
            <a:ext cx="106311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1. Attach VPC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2C1D43A-83C7-423B-1418-D6F5275636D1}"/>
              </a:ext>
            </a:extLst>
          </p:cNvPr>
          <p:cNvSpPr/>
          <p:nvPr/>
        </p:nvSpPr>
        <p:spPr>
          <a:xfrm>
            <a:off x="356659" y="2950856"/>
            <a:ext cx="665788" cy="426606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Route</a:t>
            </a:r>
          </a:p>
          <a:p>
            <a:pPr algn="ctr"/>
            <a:r>
              <a:rPr lang="en-US" altLang="ko-KR" sz="1200" dirty="0"/>
              <a:t>Table</a:t>
            </a:r>
            <a:endParaRPr lang="ko-KR" altLang="en-US" sz="1200" dirty="0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4E92851-F15B-C109-2EFD-DE2B0FD5689C}"/>
              </a:ext>
            </a:extLst>
          </p:cNvPr>
          <p:cNvCxnSpPr>
            <a:cxnSpLocks/>
          </p:cNvCxnSpPr>
          <p:nvPr/>
        </p:nvCxnSpPr>
        <p:spPr>
          <a:xfrm flipH="1">
            <a:off x="1022447" y="3177976"/>
            <a:ext cx="1004200" cy="0"/>
          </a:xfrm>
          <a:prstGeom prst="line">
            <a:avLst/>
          </a:prstGeom>
          <a:ln w="19050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D82242D8-9DEC-6069-C1A4-431848D35772}"/>
              </a:ext>
            </a:extLst>
          </p:cNvPr>
          <p:cNvSpPr/>
          <p:nvPr/>
        </p:nvSpPr>
        <p:spPr>
          <a:xfrm>
            <a:off x="2147456" y="2856731"/>
            <a:ext cx="849744" cy="231195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1. VPC</a:t>
            </a:r>
            <a:endParaRPr lang="ko-KR" altLang="en-US" sz="14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37FA81E-EC49-31C6-76A4-825C8EFEFAD8}"/>
              </a:ext>
            </a:extLst>
          </p:cNvPr>
          <p:cNvSpPr txBox="1"/>
          <p:nvPr/>
        </p:nvSpPr>
        <p:spPr>
          <a:xfrm>
            <a:off x="2085596" y="3125336"/>
            <a:ext cx="162736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2. Subnet Associations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10B55CA-7AC1-B54D-E012-02D0A19B8BEC}"/>
              </a:ext>
            </a:extLst>
          </p:cNvPr>
          <p:cNvSpPr/>
          <p:nvPr/>
        </p:nvSpPr>
        <p:spPr>
          <a:xfrm>
            <a:off x="3691512" y="3140543"/>
            <a:ext cx="1470273" cy="231195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Subnet (Public)</a:t>
            </a:r>
            <a:endParaRPr lang="ko-KR" altLang="en-US" sz="14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58A49A1-D5F1-FEDE-6905-64F7CCDC017F}"/>
              </a:ext>
            </a:extLst>
          </p:cNvPr>
          <p:cNvSpPr txBox="1"/>
          <p:nvPr/>
        </p:nvSpPr>
        <p:spPr>
          <a:xfrm>
            <a:off x="2085596" y="3424356"/>
            <a:ext cx="7184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3. Route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EFD721A-7620-FD19-223B-0EFE7E43CD3E}"/>
              </a:ext>
            </a:extLst>
          </p:cNvPr>
          <p:cNvSpPr/>
          <p:nvPr/>
        </p:nvSpPr>
        <p:spPr>
          <a:xfrm>
            <a:off x="2820732" y="3439563"/>
            <a:ext cx="3116518" cy="231195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Local: VPC CIDR block: 10.0.0.0/16</a:t>
            </a:r>
            <a:endParaRPr lang="ko-KR" altLang="en-US" sz="140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3C47C76-00ED-E5C6-D241-285FB6671597}"/>
              </a:ext>
            </a:extLst>
          </p:cNvPr>
          <p:cNvSpPr/>
          <p:nvPr/>
        </p:nvSpPr>
        <p:spPr>
          <a:xfrm>
            <a:off x="2820731" y="3810080"/>
            <a:ext cx="3115885" cy="250268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Internet Gateway : 0.0.0.0/0</a:t>
            </a:r>
            <a:endParaRPr lang="ko-KR" altLang="en-US" sz="1400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527FF6F-734D-0592-8B77-855B9A6A56DA}"/>
              </a:ext>
            </a:extLst>
          </p:cNvPr>
          <p:cNvSpPr/>
          <p:nvPr/>
        </p:nvSpPr>
        <p:spPr>
          <a:xfrm>
            <a:off x="372052" y="4384390"/>
            <a:ext cx="1004199" cy="477407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NAT</a:t>
            </a:r>
          </a:p>
          <a:p>
            <a:pPr algn="ctr"/>
            <a:r>
              <a:rPr lang="en-US" altLang="ko-KR" sz="1400" dirty="0"/>
              <a:t>Gateway</a:t>
            </a:r>
            <a:endParaRPr lang="ko-KR" altLang="en-US" sz="1400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898F271-21C4-C4C7-6305-9D2BFC2DB8C3}"/>
              </a:ext>
            </a:extLst>
          </p:cNvPr>
          <p:cNvCxnSpPr>
            <a:cxnSpLocks/>
          </p:cNvCxnSpPr>
          <p:nvPr/>
        </p:nvCxnSpPr>
        <p:spPr>
          <a:xfrm flipH="1">
            <a:off x="1376251" y="4638476"/>
            <a:ext cx="1004200" cy="0"/>
          </a:xfrm>
          <a:prstGeom prst="line">
            <a:avLst/>
          </a:prstGeom>
          <a:ln w="19050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905AF3E3-9A7B-3209-19B3-8547D5C104D1}"/>
              </a:ext>
            </a:extLst>
          </p:cNvPr>
          <p:cNvSpPr/>
          <p:nvPr/>
        </p:nvSpPr>
        <p:spPr>
          <a:xfrm>
            <a:off x="2479654" y="4457443"/>
            <a:ext cx="1656664" cy="231195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1. Subnet (Public)</a:t>
            </a:r>
            <a:endParaRPr lang="ko-KR" altLang="en-US" sz="14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1AC5488-BA0B-5727-FF42-E3F4AA088B95}"/>
              </a:ext>
            </a:extLst>
          </p:cNvPr>
          <p:cNvSpPr txBox="1"/>
          <p:nvPr/>
        </p:nvSpPr>
        <p:spPr>
          <a:xfrm>
            <a:off x="2441959" y="4790952"/>
            <a:ext cx="9044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2. Elastic IP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5640ED1-0161-C19A-1DFD-194D94F77A2F}"/>
              </a:ext>
            </a:extLst>
          </p:cNvPr>
          <p:cNvSpPr/>
          <p:nvPr/>
        </p:nvSpPr>
        <p:spPr>
          <a:xfrm>
            <a:off x="2479653" y="5077122"/>
            <a:ext cx="764435" cy="426606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3. Route</a:t>
            </a:r>
          </a:p>
          <a:p>
            <a:pPr algn="ctr"/>
            <a:r>
              <a:rPr lang="en-US" altLang="ko-KR" sz="1200" dirty="0"/>
              <a:t>Table</a:t>
            </a:r>
            <a:endParaRPr lang="ko-KR" altLang="en-US" sz="1200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F26569A-6870-ACE6-5C68-CD746F618029}"/>
              </a:ext>
            </a:extLst>
          </p:cNvPr>
          <p:cNvSpPr/>
          <p:nvPr/>
        </p:nvSpPr>
        <p:spPr>
          <a:xfrm>
            <a:off x="3305949" y="5085733"/>
            <a:ext cx="557644" cy="231195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VPC</a:t>
            </a:r>
            <a:endParaRPr lang="ko-KR" altLang="en-US" sz="14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BEF58E0-D8EE-63F3-9ED2-0B19CD25F715}"/>
              </a:ext>
            </a:extLst>
          </p:cNvPr>
          <p:cNvSpPr txBox="1"/>
          <p:nvPr/>
        </p:nvSpPr>
        <p:spPr>
          <a:xfrm>
            <a:off x="3244089" y="5354338"/>
            <a:ext cx="14702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Subnet Associations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09BE1BE-9BAA-0492-D46F-3EBD52C1FB8A}"/>
              </a:ext>
            </a:extLst>
          </p:cNvPr>
          <p:cNvSpPr/>
          <p:nvPr/>
        </p:nvSpPr>
        <p:spPr>
          <a:xfrm>
            <a:off x="4850006" y="5369545"/>
            <a:ext cx="1538094" cy="231195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Subnet (Private)</a:t>
            </a:r>
            <a:endParaRPr lang="ko-KR" altLang="en-US" sz="14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BE3B6D5-ABE2-1792-3E35-1F19C4ABC0BF}"/>
              </a:ext>
            </a:extLst>
          </p:cNvPr>
          <p:cNvSpPr txBox="1"/>
          <p:nvPr/>
        </p:nvSpPr>
        <p:spPr>
          <a:xfrm>
            <a:off x="3244089" y="5653358"/>
            <a:ext cx="56137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Route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6315505-B421-B452-41B5-8F92CE5242D8}"/>
              </a:ext>
            </a:extLst>
          </p:cNvPr>
          <p:cNvSpPr/>
          <p:nvPr/>
        </p:nvSpPr>
        <p:spPr>
          <a:xfrm>
            <a:off x="3979225" y="5668565"/>
            <a:ext cx="3116518" cy="231195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Local: VPC CIDR block: 10.0.0.0/16</a:t>
            </a:r>
            <a:endParaRPr lang="ko-KR" altLang="en-US" sz="1400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12CA6C85-E306-E469-6BD6-E03F3A9BB99F}"/>
              </a:ext>
            </a:extLst>
          </p:cNvPr>
          <p:cNvSpPr/>
          <p:nvPr/>
        </p:nvSpPr>
        <p:spPr>
          <a:xfrm>
            <a:off x="3979224" y="6039082"/>
            <a:ext cx="3115885" cy="250268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NAT Gateway : 0.0.0.0/0</a:t>
            </a:r>
            <a:endParaRPr lang="ko-KR" altLang="en-US" sz="1400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2922378-BD53-FBF1-3220-8EE37DAB8616}"/>
              </a:ext>
            </a:extLst>
          </p:cNvPr>
          <p:cNvSpPr/>
          <p:nvPr/>
        </p:nvSpPr>
        <p:spPr>
          <a:xfrm>
            <a:off x="2004003" y="203200"/>
            <a:ext cx="2091747" cy="521933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8527DC45-E66A-8DAD-A7AF-D58A9D7CB02A}"/>
              </a:ext>
            </a:extLst>
          </p:cNvPr>
          <p:cNvSpPr/>
          <p:nvPr/>
        </p:nvSpPr>
        <p:spPr>
          <a:xfrm>
            <a:off x="2026647" y="925530"/>
            <a:ext cx="2532653" cy="521933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0BB97B33-2619-BB44-3A85-29EE28AE91E1}"/>
              </a:ext>
            </a:extLst>
          </p:cNvPr>
          <p:cNvSpPr/>
          <p:nvPr/>
        </p:nvSpPr>
        <p:spPr>
          <a:xfrm>
            <a:off x="2004003" y="1978950"/>
            <a:ext cx="928661" cy="521933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4EB1A47-C4FF-86DC-0FCB-7312152C0C5E}"/>
              </a:ext>
            </a:extLst>
          </p:cNvPr>
          <p:cNvSpPr/>
          <p:nvPr/>
        </p:nvSpPr>
        <p:spPr>
          <a:xfrm>
            <a:off x="2027978" y="2777651"/>
            <a:ext cx="4068022" cy="1422017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C6624A42-E3B9-FFFB-706E-6421D526E536}"/>
              </a:ext>
            </a:extLst>
          </p:cNvPr>
          <p:cNvSpPr/>
          <p:nvPr/>
        </p:nvSpPr>
        <p:spPr>
          <a:xfrm>
            <a:off x="2366282" y="4384390"/>
            <a:ext cx="4910818" cy="2041806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8947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91E30-123F-EE7E-9D76-254156FF8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5967E09-36ED-8AA9-AF73-8DE73CFA508A}"/>
              </a:ext>
            </a:extLst>
          </p:cNvPr>
          <p:cNvSpPr/>
          <p:nvPr/>
        </p:nvSpPr>
        <p:spPr>
          <a:xfrm>
            <a:off x="792754" y="1362937"/>
            <a:ext cx="657760" cy="477407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USER</a:t>
            </a:r>
            <a:endParaRPr lang="ko-KR" altLang="en-US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88A897-185D-70A3-D291-48C68F81D76D}"/>
              </a:ext>
            </a:extLst>
          </p:cNvPr>
          <p:cNvSpPr/>
          <p:nvPr/>
        </p:nvSpPr>
        <p:spPr>
          <a:xfrm>
            <a:off x="1374606" y="2811890"/>
            <a:ext cx="816896" cy="477407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Internet</a:t>
            </a:r>
            <a:endParaRPr lang="ko-KR" altLang="en-US" sz="1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FD959D-665F-1CA9-C1B4-001265D89F9B}"/>
              </a:ext>
            </a:extLst>
          </p:cNvPr>
          <p:cNvSpPr/>
          <p:nvPr/>
        </p:nvSpPr>
        <p:spPr>
          <a:xfrm>
            <a:off x="3108903" y="264105"/>
            <a:ext cx="8826500" cy="588645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E3E44C-60BA-D712-F432-1B98F60F427E}"/>
              </a:ext>
            </a:extLst>
          </p:cNvPr>
          <p:cNvSpPr/>
          <p:nvPr/>
        </p:nvSpPr>
        <p:spPr>
          <a:xfrm>
            <a:off x="2617356" y="2811890"/>
            <a:ext cx="983094" cy="477407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Internet Gateway</a:t>
            </a:r>
            <a:endParaRPr lang="ko-KR" altLang="en-US" sz="1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60215C-FEB7-2164-6176-B91E5A6916C5}"/>
              </a:ext>
            </a:extLst>
          </p:cNvPr>
          <p:cNvSpPr/>
          <p:nvPr/>
        </p:nvSpPr>
        <p:spPr>
          <a:xfrm>
            <a:off x="127303" y="2201137"/>
            <a:ext cx="657760" cy="477407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USER</a:t>
            </a:r>
            <a:endParaRPr lang="ko-KR" altLang="en-US" sz="1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C43F1F-6047-6A66-2F4F-3060BD27407D}"/>
              </a:ext>
            </a:extLst>
          </p:cNvPr>
          <p:cNvSpPr/>
          <p:nvPr/>
        </p:nvSpPr>
        <p:spPr>
          <a:xfrm>
            <a:off x="127303" y="3097063"/>
            <a:ext cx="657760" cy="477407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USER</a:t>
            </a:r>
            <a:endParaRPr lang="ko-KR" altLang="en-US" sz="1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C6E76B-4295-2321-FAF1-4626FE05E615}"/>
              </a:ext>
            </a:extLst>
          </p:cNvPr>
          <p:cNvSpPr/>
          <p:nvPr/>
        </p:nvSpPr>
        <p:spPr>
          <a:xfrm>
            <a:off x="782358" y="3935263"/>
            <a:ext cx="657760" cy="477407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USER</a:t>
            </a:r>
            <a:endParaRPr lang="ko-KR" altLang="en-US" sz="14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702450-A065-BE20-403C-456DFA7C6B12}"/>
              </a:ext>
            </a:extLst>
          </p:cNvPr>
          <p:cNvSpPr/>
          <p:nvPr/>
        </p:nvSpPr>
        <p:spPr>
          <a:xfrm>
            <a:off x="3157106" y="308555"/>
            <a:ext cx="2049894" cy="231195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Virtual Private Cloud</a:t>
            </a:r>
            <a:endParaRPr lang="ko-KR" altLang="en-US" sz="14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3F7168C-1E17-4F32-B3E0-BEFC078FE628}"/>
              </a:ext>
            </a:extLst>
          </p:cNvPr>
          <p:cNvSpPr/>
          <p:nvPr/>
        </p:nvSpPr>
        <p:spPr>
          <a:xfrm>
            <a:off x="8096059" y="623018"/>
            <a:ext cx="3133148" cy="2258005"/>
          </a:xfrm>
          <a:prstGeom prst="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5690554-8F15-6EF3-9A8C-047BA19246DD}"/>
              </a:ext>
            </a:extLst>
          </p:cNvPr>
          <p:cNvSpPr/>
          <p:nvPr/>
        </p:nvSpPr>
        <p:spPr>
          <a:xfrm>
            <a:off x="8166719" y="667468"/>
            <a:ext cx="1395844" cy="231195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Subnet (Public)</a:t>
            </a:r>
            <a:endParaRPr lang="ko-KR" altLang="en-US" sz="14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2B7AE0A-AD2D-64E3-F30A-C4F75E94E4F1}"/>
              </a:ext>
            </a:extLst>
          </p:cNvPr>
          <p:cNvSpPr/>
          <p:nvPr/>
        </p:nvSpPr>
        <p:spPr>
          <a:xfrm>
            <a:off x="8096059" y="3207330"/>
            <a:ext cx="3133148" cy="2258005"/>
          </a:xfrm>
          <a:prstGeom prst="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E0FBC2-64E5-D139-D6FF-CDC9CC30EE76}"/>
              </a:ext>
            </a:extLst>
          </p:cNvPr>
          <p:cNvSpPr/>
          <p:nvPr/>
        </p:nvSpPr>
        <p:spPr>
          <a:xfrm>
            <a:off x="8166719" y="3289297"/>
            <a:ext cx="1452994" cy="231195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Subnet (Private)</a:t>
            </a:r>
            <a:endParaRPr lang="ko-KR" altLang="en-US" sz="14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B0125F9-3960-9753-232A-6EC3417D31E0}"/>
              </a:ext>
            </a:extLst>
          </p:cNvPr>
          <p:cNvSpPr/>
          <p:nvPr/>
        </p:nvSpPr>
        <p:spPr>
          <a:xfrm>
            <a:off x="10025943" y="4336332"/>
            <a:ext cx="476420" cy="411849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EC2</a:t>
            </a:r>
            <a:endParaRPr lang="ko-KR" altLang="en-US" sz="12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828C7BD-48F7-753A-6861-CB8AC0563109}"/>
              </a:ext>
            </a:extLst>
          </p:cNvPr>
          <p:cNvSpPr/>
          <p:nvPr/>
        </p:nvSpPr>
        <p:spPr>
          <a:xfrm>
            <a:off x="10025943" y="1073970"/>
            <a:ext cx="476420" cy="411849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EC2</a:t>
            </a:r>
            <a:endParaRPr lang="ko-KR" altLang="en-US" sz="12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05BB651-F0F4-4BA5-C7E0-DE9C6A9EFE79}"/>
              </a:ext>
            </a:extLst>
          </p:cNvPr>
          <p:cNvSpPr/>
          <p:nvPr/>
        </p:nvSpPr>
        <p:spPr>
          <a:xfrm>
            <a:off x="8361509" y="2219040"/>
            <a:ext cx="983094" cy="477407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NAT</a:t>
            </a:r>
          </a:p>
          <a:p>
            <a:pPr algn="ctr"/>
            <a:r>
              <a:rPr lang="en-US" altLang="ko-KR" sz="1400" dirty="0"/>
              <a:t>Gateway</a:t>
            </a:r>
            <a:endParaRPr lang="ko-KR" altLang="en-US" sz="14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F17D515-0944-389A-70CB-45A509610F8D}"/>
              </a:ext>
            </a:extLst>
          </p:cNvPr>
          <p:cNvSpPr/>
          <p:nvPr/>
        </p:nvSpPr>
        <p:spPr>
          <a:xfrm>
            <a:off x="4323713" y="4336333"/>
            <a:ext cx="665788" cy="426606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Router</a:t>
            </a:r>
            <a:endParaRPr lang="ko-KR" altLang="en-US" sz="1200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CF822C6-F38E-B3C7-6EBE-E410DC000E93}"/>
              </a:ext>
            </a:extLst>
          </p:cNvPr>
          <p:cNvCxnSpPr>
            <a:cxnSpLocks/>
            <a:endCxn id="26" idx="3"/>
          </p:cNvCxnSpPr>
          <p:nvPr/>
        </p:nvCxnSpPr>
        <p:spPr>
          <a:xfrm flipH="1" flipV="1">
            <a:off x="4989501" y="4549636"/>
            <a:ext cx="1495708" cy="737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7CF80C08-E6BC-A698-2D41-38BD931AEF36}"/>
              </a:ext>
            </a:extLst>
          </p:cNvPr>
          <p:cNvSpPr/>
          <p:nvPr/>
        </p:nvSpPr>
        <p:spPr>
          <a:xfrm>
            <a:off x="5105362" y="4336332"/>
            <a:ext cx="665788" cy="426606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Route</a:t>
            </a:r>
          </a:p>
          <a:p>
            <a:pPr algn="ctr"/>
            <a:r>
              <a:rPr lang="en-US" altLang="ko-KR" sz="1200" dirty="0"/>
              <a:t>Table</a:t>
            </a:r>
            <a:endParaRPr lang="ko-KR" altLang="en-US" sz="1200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F44968C-CDE4-BD81-BC1B-3A6C3F9F54EB}"/>
              </a:ext>
            </a:extLst>
          </p:cNvPr>
          <p:cNvCxnSpPr>
            <a:cxnSpLocks/>
          </p:cNvCxnSpPr>
          <p:nvPr/>
        </p:nvCxnSpPr>
        <p:spPr>
          <a:xfrm flipH="1">
            <a:off x="4613072" y="1206500"/>
            <a:ext cx="1838528" cy="586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73DA45-EB90-2FD3-9D10-D7B20AFDC2D1}"/>
              </a:ext>
            </a:extLst>
          </p:cNvPr>
          <p:cNvCxnSpPr>
            <a:cxnSpLocks/>
            <a:endCxn id="26" idx="0"/>
          </p:cNvCxnSpPr>
          <p:nvPr/>
        </p:nvCxnSpPr>
        <p:spPr>
          <a:xfrm>
            <a:off x="4638220" y="1485819"/>
            <a:ext cx="18387" cy="285051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179A5C6-4EA3-4DFE-4AD1-85F1320190D0}"/>
              </a:ext>
            </a:extLst>
          </p:cNvPr>
          <p:cNvCxnSpPr>
            <a:cxnSpLocks/>
            <a:endCxn id="23" idx="0"/>
          </p:cNvCxnSpPr>
          <p:nvPr/>
        </p:nvCxnSpPr>
        <p:spPr>
          <a:xfrm>
            <a:off x="8096058" y="1235818"/>
            <a:ext cx="756998" cy="98322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A4CA23B-F4B7-23E4-FDA9-20496D5488C5}"/>
              </a:ext>
            </a:extLst>
          </p:cNvPr>
          <p:cNvCxnSpPr>
            <a:cxnSpLocks/>
          </p:cNvCxnSpPr>
          <p:nvPr/>
        </p:nvCxnSpPr>
        <p:spPr>
          <a:xfrm flipH="1">
            <a:off x="3330528" y="1272516"/>
            <a:ext cx="974798" cy="73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BCA2B67-8F62-3ACA-FCC8-77F7BA206FD2}"/>
              </a:ext>
            </a:extLst>
          </p:cNvPr>
          <p:cNvCxnSpPr>
            <a:cxnSpLocks/>
          </p:cNvCxnSpPr>
          <p:nvPr/>
        </p:nvCxnSpPr>
        <p:spPr>
          <a:xfrm>
            <a:off x="3330528" y="1271190"/>
            <a:ext cx="7002" cy="1540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AC25AB6-5317-E253-4670-0CEA91A82CF1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2191502" y="3050594"/>
            <a:ext cx="42585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F340B9F-6F34-98C6-C523-0B0C9011B48E}"/>
              </a:ext>
            </a:extLst>
          </p:cNvPr>
          <p:cNvCxnSpPr>
            <a:cxnSpLocks/>
            <a:stCxn id="6" idx="1"/>
            <a:endCxn id="4" idx="2"/>
          </p:cNvCxnSpPr>
          <p:nvPr/>
        </p:nvCxnSpPr>
        <p:spPr>
          <a:xfrm flipH="1" flipV="1">
            <a:off x="1121634" y="1840344"/>
            <a:ext cx="252972" cy="12102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E51C9801-DA23-6735-76A2-6AAD884ECAE8}"/>
              </a:ext>
            </a:extLst>
          </p:cNvPr>
          <p:cNvCxnSpPr>
            <a:cxnSpLocks/>
            <a:stCxn id="6" idx="1"/>
            <a:endCxn id="10" idx="3"/>
          </p:cNvCxnSpPr>
          <p:nvPr/>
        </p:nvCxnSpPr>
        <p:spPr>
          <a:xfrm flipH="1" flipV="1">
            <a:off x="785063" y="2439841"/>
            <a:ext cx="589543" cy="61075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A867EFE4-65BB-D872-11B5-8887B7C17674}"/>
              </a:ext>
            </a:extLst>
          </p:cNvPr>
          <p:cNvCxnSpPr>
            <a:cxnSpLocks/>
            <a:stCxn id="6" idx="1"/>
            <a:endCxn id="11" idx="3"/>
          </p:cNvCxnSpPr>
          <p:nvPr/>
        </p:nvCxnSpPr>
        <p:spPr>
          <a:xfrm flipH="1">
            <a:off x="785063" y="3050594"/>
            <a:ext cx="589543" cy="28517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8ABBF424-45BF-B0E1-F1EF-406726A11F02}"/>
              </a:ext>
            </a:extLst>
          </p:cNvPr>
          <p:cNvCxnSpPr>
            <a:cxnSpLocks/>
            <a:stCxn id="6" idx="1"/>
            <a:endCxn id="12" idx="0"/>
          </p:cNvCxnSpPr>
          <p:nvPr/>
        </p:nvCxnSpPr>
        <p:spPr>
          <a:xfrm flipH="1">
            <a:off x="1111238" y="3050594"/>
            <a:ext cx="263368" cy="8846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Rectangle 68">
            <a:extLst>
              <a:ext uri="{FF2B5EF4-FFF2-40B4-BE49-F238E27FC236}">
                <a16:creationId xmlns:a16="http://schemas.microsoft.com/office/drawing/2014/main" id="{70F3E890-6D3C-5D1C-EC83-49548A5DA877}"/>
              </a:ext>
            </a:extLst>
          </p:cNvPr>
          <p:cNvSpPr/>
          <p:nvPr/>
        </p:nvSpPr>
        <p:spPr>
          <a:xfrm>
            <a:off x="5071940" y="1051834"/>
            <a:ext cx="665788" cy="426606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Route</a:t>
            </a:r>
          </a:p>
          <a:p>
            <a:pPr algn="ctr"/>
            <a:r>
              <a:rPr lang="en-US" altLang="ko-KR" sz="1200" dirty="0"/>
              <a:t>Table</a:t>
            </a:r>
            <a:endParaRPr lang="ko-KR" altLang="en-US" sz="12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8602AB1-5F51-A822-3850-0996BF15DE01}"/>
              </a:ext>
            </a:extLst>
          </p:cNvPr>
          <p:cNvSpPr txBox="1"/>
          <p:nvPr/>
        </p:nvSpPr>
        <p:spPr>
          <a:xfrm>
            <a:off x="5045875" y="1514922"/>
            <a:ext cx="127951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Local: 10.0.0.0/16</a:t>
            </a:r>
          </a:p>
          <a:p>
            <a:r>
              <a:rPr lang="en-US" altLang="ko-KR" sz="1100" dirty="0"/>
              <a:t>IGW:  0.0.0.0/0</a:t>
            </a:r>
            <a:endParaRPr lang="ko-KR" altLang="en-US" sz="11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7487967-3391-FD6F-87C6-6C9D4B72DDC0}"/>
              </a:ext>
            </a:extLst>
          </p:cNvPr>
          <p:cNvSpPr txBox="1"/>
          <p:nvPr/>
        </p:nvSpPr>
        <p:spPr>
          <a:xfrm>
            <a:off x="5071940" y="4810416"/>
            <a:ext cx="127951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Local: 10.0.0.0/16</a:t>
            </a:r>
          </a:p>
          <a:p>
            <a:r>
              <a:rPr lang="en-US" altLang="ko-KR" sz="1100" dirty="0"/>
              <a:t>NAT:  0.0.0.0/0</a:t>
            </a:r>
            <a:endParaRPr lang="ko-KR" altLang="en-US" sz="11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1AB7F75-C6B0-EF45-C7D0-0EE79E6989EA}"/>
              </a:ext>
            </a:extLst>
          </p:cNvPr>
          <p:cNvSpPr txBox="1"/>
          <p:nvPr/>
        </p:nvSpPr>
        <p:spPr>
          <a:xfrm>
            <a:off x="3108903" y="549462"/>
            <a:ext cx="8707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10.0.0.0/16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A35A9FB-B5EB-1CC8-1887-D4748EF4851E}"/>
              </a:ext>
            </a:extLst>
          </p:cNvPr>
          <p:cNvSpPr txBox="1"/>
          <p:nvPr/>
        </p:nvSpPr>
        <p:spPr>
          <a:xfrm>
            <a:off x="9344603" y="2457743"/>
            <a:ext cx="7473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Elastic IP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8C7C234-6E6E-2E1F-517C-CB3CC1AA5B7B}"/>
              </a:ext>
            </a:extLst>
          </p:cNvPr>
          <p:cNvSpPr txBox="1"/>
          <p:nvPr/>
        </p:nvSpPr>
        <p:spPr>
          <a:xfrm>
            <a:off x="8096058" y="895411"/>
            <a:ext cx="8707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10.0.1.0/24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C617742-075F-657C-67DB-487F533F0D62}"/>
              </a:ext>
            </a:extLst>
          </p:cNvPr>
          <p:cNvSpPr txBox="1"/>
          <p:nvPr/>
        </p:nvSpPr>
        <p:spPr>
          <a:xfrm>
            <a:off x="8096059" y="3520077"/>
            <a:ext cx="8707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10.0.2.0/24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8C39D6F3-95E2-55E8-DCFA-84C3FB3C1C9E}"/>
              </a:ext>
            </a:extLst>
          </p:cNvPr>
          <p:cNvSpPr/>
          <p:nvPr/>
        </p:nvSpPr>
        <p:spPr>
          <a:xfrm>
            <a:off x="10916053" y="318267"/>
            <a:ext cx="947591" cy="231195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/>
              <a:t>Region</a:t>
            </a:r>
            <a:endParaRPr lang="ko-KR" altLang="en-US" sz="1400" b="1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F00B862E-1E67-3802-ED75-F6660959959E}"/>
              </a:ext>
            </a:extLst>
          </p:cNvPr>
          <p:cNvSpPr/>
          <p:nvPr/>
        </p:nvSpPr>
        <p:spPr>
          <a:xfrm>
            <a:off x="10701106" y="680267"/>
            <a:ext cx="473795" cy="231195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/>
              <a:t>AZ</a:t>
            </a:r>
            <a:endParaRPr lang="ko-KR" altLang="en-US" sz="1400" b="1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019FD303-204E-E114-4BD7-6A3E1CA92D71}"/>
              </a:ext>
            </a:extLst>
          </p:cNvPr>
          <p:cNvSpPr/>
          <p:nvPr/>
        </p:nvSpPr>
        <p:spPr>
          <a:xfrm>
            <a:off x="10701105" y="3272167"/>
            <a:ext cx="473795" cy="231195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/>
              <a:t>AZ</a:t>
            </a:r>
            <a:endParaRPr lang="ko-KR" altLang="en-US" sz="1400" b="1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549B22F-AFCD-801D-10C8-798FAEEE1139}"/>
              </a:ext>
            </a:extLst>
          </p:cNvPr>
          <p:cNvSpPr/>
          <p:nvPr/>
        </p:nvSpPr>
        <p:spPr>
          <a:xfrm>
            <a:off x="4305326" y="1059213"/>
            <a:ext cx="665788" cy="426606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Router</a:t>
            </a:r>
            <a:endParaRPr lang="ko-KR" altLang="en-US" sz="12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32C53E2-5B18-1A26-3F36-9878817DEFB3}"/>
              </a:ext>
            </a:extLst>
          </p:cNvPr>
          <p:cNvSpPr/>
          <p:nvPr/>
        </p:nvSpPr>
        <p:spPr>
          <a:xfrm>
            <a:off x="11174900" y="5523553"/>
            <a:ext cx="665788" cy="426606"/>
          </a:xfrm>
          <a:prstGeom prst="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ASG</a:t>
            </a:r>
            <a:endParaRPr lang="ko-KR" altLang="en-US" sz="1200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15FC6A6-08D8-684D-0BF1-24F410C58AEC}"/>
              </a:ext>
            </a:extLst>
          </p:cNvPr>
          <p:cNvCxnSpPr>
            <a:cxnSpLocks/>
          </p:cNvCxnSpPr>
          <p:nvPr/>
        </p:nvCxnSpPr>
        <p:spPr>
          <a:xfrm>
            <a:off x="6451600" y="1204239"/>
            <a:ext cx="67218" cy="165513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A288DD8-E1A5-FF21-0321-25F67F85E5CD}"/>
              </a:ext>
            </a:extLst>
          </p:cNvPr>
          <p:cNvCxnSpPr>
            <a:cxnSpLocks/>
          </p:cNvCxnSpPr>
          <p:nvPr/>
        </p:nvCxnSpPr>
        <p:spPr>
          <a:xfrm>
            <a:off x="7294922" y="1182225"/>
            <a:ext cx="67218" cy="165513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E8D854F-7B46-A5C1-C2E8-699559772FC8}"/>
              </a:ext>
            </a:extLst>
          </p:cNvPr>
          <p:cNvCxnSpPr>
            <a:cxnSpLocks/>
          </p:cNvCxnSpPr>
          <p:nvPr/>
        </p:nvCxnSpPr>
        <p:spPr>
          <a:xfrm>
            <a:off x="7308486" y="1182225"/>
            <a:ext cx="2711912" cy="535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9468FA1-DE2F-126D-D388-78DEA005EC7B}"/>
              </a:ext>
            </a:extLst>
          </p:cNvPr>
          <p:cNvCxnSpPr>
            <a:cxnSpLocks/>
          </p:cNvCxnSpPr>
          <p:nvPr/>
        </p:nvCxnSpPr>
        <p:spPr>
          <a:xfrm>
            <a:off x="6485209" y="3073907"/>
            <a:ext cx="931591" cy="231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06965A55-9E1C-666C-41CA-3B46F8BD1C0A}"/>
              </a:ext>
            </a:extLst>
          </p:cNvPr>
          <p:cNvSpPr/>
          <p:nvPr/>
        </p:nvSpPr>
        <p:spPr>
          <a:xfrm>
            <a:off x="6185924" y="2859370"/>
            <a:ext cx="665788" cy="426606"/>
          </a:xfrm>
          <a:prstGeom prst="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ALB</a:t>
            </a:r>
            <a:endParaRPr lang="ko-KR" altLang="en-US" sz="120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D7B66EC-BD1F-40B5-BCCC-48173A498657}"/>
              </a:ext>
            </a:extLst>
          </p:cNvPr>
          <p:cNvSpPr/>
          <p:nvPr/>
        </p:nvSpPr>
        <p:spPr>
          <a:xfrm>
            <a:off x="6997193" y="2859370"/>
            <a:ext cx="665788" cy="426606"/>
          </a:xfrm>
          <a:prstGeom prst="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Target Group</a:t>
            </a:r>
            <a:endParaRPr lang="ko-KR" altLang="en-US" sz="1200" dirty="0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7B3FEE1-1FD8-3F36-1E77-BBB9A88D1BE3}"/>
              </a:ext>
            </a:extLst>
          </p:cNvPr>
          <p:cNvCxnSpPr>
            <a:cxnSpLocks/>
          </p:cNvCxnSpPr>
          <p:nvPr/>
        </p:nvCxnSpPr>
        <p:spPr>
          <a:xfrm flipH="1">
            <a:off x="6524340" y="3139356"/>
            <a:ext cx="10018" cy="14102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62A489A-67A4-BC09-A798-06C8D57A1EB0}"/>
              </a:ext>
            </a:extLst>
          </p:cNvPr>
          <p:cNvCxnSpPr>
            <a:cxnSpLocks/>
          </p:cNvCxnSpPr>
          <p:nvPr/>
        </p:nvCxnSpPr>
        <p:spPr>
          <a:xfrm>
            <a:off x="7377680" y="3117342"/>
            <a:ext cx="121878" cy="143967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998B134-D7BE-AF5C-34B9-EC6693AAAE55}"/>
              </a:ext>
            </a:extLst>
          </p:cNvPr>
          <p:cNvCxnSpPr>
            <a:cxnSpLocks/>
          </p:cNvCxnSpPr>
          <p:nvPr/>
        </p:nvCxnSpPr>
        <p:spPr>
          <a:xfrm flipV="1">
            <a:off x="7470500" y="4504575"/>
            <a:ext cx="2549898" cy="334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A9221465-C84C-082D-9C18-DB315B4358C2}"/>
              </a:ext>
            </a:extLst>
          </p:cNvPr>
          <p:cNvCxnSpPr>
            <a:cxnSpLocks/>
            <a:stCxn id="28" idx="0"/>
          </p:cNvCxnSpPr>
          <p:nvPr/>
        </p:nvCxnSpPr>
        <p:spPr>
          <a:xfrm flipH="1" flipV="1">
            <a:off x="10945692" y="4954770"/>
            <a:ext cx="562102" cy="5687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9F1AE2CA-2117-09EF-4AEB-DBF566894EDE}"/>
              </a:ext>
            </a:extLst>
          </p:cNvPr>
          <p:cNvCxnSpPr>
            <a:cxnSpLocks/>
          </p:cNvCxnSpPr>
          <p:nvPr/>
        </p:nvCxnSpPr>
        <p:spPr>
          <a:xfrm flipH="1" flipV="1">
            <a:off x="11662285" y="1362937"/>
            <a:ext cx="14420" cy="41606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7D54CD7F-415E-2FD7-1E84-3239D7E88A37}"/>
              </a:ext>
            </a:extLst>
          </p:cNvPr>
          <p:cNvCxnSpPr>
            <a:cxnSpLocks/>
          </p:cNvCxnSpPr>
          <p:nvPr/>
        </p:nvCxnSpPr>
        <p:spPr>
          <a:xfrm>
            <a:off x="11118644" y="1362937"/>
            <a:ext cx="54364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13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11D1A-3A71-0125-2BCF-F56B4705F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0B142DF-D5FF-2588-4A94-5F53647D1C79}"/>
              </a:ext>
            </a:extLst>
          </p:cNvPr>
          <p:cNvSpPr/>
          <p:nvPr/>
        </p:nvSpPr>
        <p:spPr>
          <a:xfrm>
            <a:off x="711198" y="215899"/>
            <a:ext cx="3223203" cy="2603501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5DEAAC-22C2-59F0-DBA1-ACF4A48F8BB7}"/>
              </a:ext>
            </a:extLst>
          </p:cNvPr>
          <p:cNvSpPr/>
          <p:nvPr/>
        </p:nvSpPr>
        <p:spPr>
          <a:xfrm>
            <a:off x="794906" y="333955"/>
            <a:ext cx="1179944" cy="231195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Template</a:t>
            </a:r>
            <a:endParaRPr lang="ko-KR" altLang="en-US" sz="1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55CDED-1B6B-F691-EC7F-177EA76BC7E6}"/>
              </a:ext>
            </a:extLst>
          </p:cNvPr>
          <p:cNvSpPr/>
          <p:nvPr/>
        </p:nvSpPr>
        <p:spPr>
          <a:xfrm>
            <a:off x="849613" y="645106"/>
            <a:ext cx="2946374" cy="351844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AMI</a:t>
            </a:r>
            <a:endParaRPr lang="ko-KR" altLang="en-US" sz="12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9380BD-6C26-4E03-9EF2-9BE2F57C37C4}"/>
              </a:ext>
            </a:extLst>
          </p:cNvPr>
          <p:cNvSpPr/>
          <p:nvPr/>
        </p:nvSpPr>
        <p:spPr>
          <a:xfrm>
            <a:off x="849613" y="1036213"/>
            <a:ext cx="2946374" cy="351844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Instance Type</a:t>
            </a:r>
            <a:endParaRPr lang="ko-KR" altLang="en-US" sz="12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43F30C-5C1A-FD43-C86F-340C3CAD9AA6}"/>
              </a:ext>
            </a:extLst>
          </p:cNvPr>
          <p:cNvSpPr/>
          <p:nvPr/>
        </p:nvSpPr>
        <p:spPr>
          <a:xfrm>
            <a:off x="849613" y="1427320"/>
            <a:ext cx="2946374" cy="351844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Key pair</a:t>
            </a:r>
            <a:endParaRPr lang="ko-KR" altLang="en-US" sz="12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4299CA-BE10-7356-461A-D5C0C6391303}"/>
              </a:ext>
            </a:extLst>
          </p:cNvPr>
          <p:cNvSpPr/>
          <p:nvPr/>
        </p:nvSpPr>
        <p:spPr>
          <a:xfrm>
            <a:off x="849612" y="1861712"/>
            <a:ext cx="2946374" cy="351844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Storage</a:t>
            </a:r>
            <a:endParaRPr lang="ko-KR" altLang="en-US" sz="12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FF6355-6F24-B6DA-0B7F-59F9483E5F2F}"/>
              </a:ext>
            </a:extLst>
          </p:cNvPr>
          <p:cNvSpPr/>
          <p:nvPr/>
        </p:nvSpPr>
        <p:spPr>
          <a:xfrm>
            <a:off x="849612" y="2340556"/>
            <a:ext cx="2946374" cy="351844"/>
          </a:xfrm>
          <a:prstGeom prst="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Network (optional)</a:t>
            </a:r>
            <a:endParaRPr lang="ko-KR" altLang="en-US" sz="12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37BE17-DD22-67F8-7307-1F0D9A7F29E6}"/>
              </a:ext>
            </a:extLst>
          </p:cNvPr>
          <p:cNvSpPr/>
          <p:nvPr/>
        </p:nvSpPr>
        <p:spPr>
          <a:xfrm>
            <a:off x="4721954" y="215899"/>
            <a:ext cx="3223203" cy="2603501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318A4CA-A1D7-1E62-8E32-337299B13B73}"/>
              </a:ext>
            </a:extLst>
          </p:cNvPr>
          <p:cNvSpPr/>
          <p:nvPr/>
        </p:nvSpPr>
        <p:spPr>
          <a:xfrm>
            <a:off x="4805662" y="333955"/>
            <a:ext cx="1179944" cy="231195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ASG</a:t>
            </a:r>
            <a:endParaRPr lang="ko-KR" altLang="en-US" sz="1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3501FB7-EC75-982D-2F80-2B3FC0257729}"/>
              </a:ext>
            </a:extLst>
          </p:cNvPr>
          <p:cNvSpPr/>
          <p:nvPr/>
        </p:nvSpPr>
        <p:spPr>
          <a:xfrm>
            <a:off x="4860369" y="645106"/>
            <a:ext cx="2946374" cy="351844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template</a:t>
            </a:r>
            <a:endParaRPr lang="ko-KR" altLang="en-US" sz="12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CF32E5D-14FC-614A-C038-9C522A58A88D}"/>
              </a:ext>
            </a:extLst>
          </p:cNvPr>
          <p:cNvSpPr/>
          <p:nvPr/>
        </p:nvSpPr>
        <p:spPr>
          <a:xfrm>
            <a:off x="4860369" y="1036213"/>
            <a:ext cx="2946374" cy="351844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Network(</a:t>
            </a:r>
            <a:r>
              <a:rPr lang="en-US" altLang="ko-KR" sz="1200" dirty="0" err="1"/>
              <a:t>VPC,Subnet</a:t>
            </a:r>
            <a:r>
              <a:rPr lang="en-US" altLang="ko-KR" sz="1200" dirty="0"/>
              <a:t>, AZ)</a:t>
            </a:r>
            <a:endParaRPr lang="ko-KR" altLang="en-US" sz="12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28D59AA-E4CD-09ED-73B1-0DB5AB33C513}"/>
              </a:ext>
            </a:extLst>
          </p:cNvPr>
          <p:cNvSpPr/>
          <p:nvPr/>
        </p:nvSpPr>
        <p:spPr>
          <a:xfrm>
            <a:off x="4860369" y="1427320"/>
            <a:ext cx="2946374" cy="351844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Health check (</a:t>
            </a:r>
            <a:r>
              <a:rPr lang="ko-KR" altLang="en-US" sz="1200" dirty="0"/>
              <a:t>인스턴스 생존 체크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4107C3-4F59-9525-C85E-ADCA896FC33E}"/>
              </a:ext>
            </a:extLst>
          </p:cNvPr>
          <p:cNvSpPr/>
          <p:nvPr/>
        </p:nvSpPr>
        <p:spPr>
          <a:xfrm>
            <a:off x="4860368" y="1861712"/>
            <a:ext cx="2946374" cy="351844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Group size and scaling</a:t>
            </a:r>
            <a:endParaRPr lang="ko-KR" altLang="en-US" sz="12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80138F9-D564-A9AC-B449-C02339CC2668}"/>
              </a:ext>
            </a:extLst>
          </p:cNvPr>
          <p:cNvSpPr/>
          <p:nvPr/>
        </p:nvSpPr>
        <p:spPr>
          <a:xfrm>
            <a:off x="4860368" y="2340556"/>
            <a:ext cx="2946374" cy="351844"/>
          </a:xfrm>
          <a:prstGeom prst="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Load balancer (optional)</a:t>
            </a:r>
            <a:endParaRPr lang="ko-KR" altLang="en-US" sz="1200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6EF25F4-95B7-1CAA-B876-43355E2103AF}"/>
              </a:ext>
            </a:extLst>
          </p:cNvPr>
          <p:cNvCxnSpPr>
            <a:cxnSpLocks/>
            <a:stCxn id="4" idx="3"/>
            <a:endCxn id="14" idx="1"/>
          </p:cNvCxnSpPr>
          <p:nvPr/>
        </p:nvCxnSpPr>
        <p:spPr>
          <a:xfrm flipV="1">
            <a:off x="3934401" y="821028"/>
            <a:ext cx="925968" cy="6966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36F33780-2DBA-85A9-C792-257A12386CBB}"/>
              </a:ext>
            </a:extLst>
          </p:cNvPr>
          <p:cNvSpPr/>
          <p:nvPr/>
        </p:nvSpPr>
        <p:spPr>
          <a:xfrm>
            <a:off x="4274909" y="4422955"/>
            <a:ext cx="3223203" cy="219593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C2789BB-AD44-79FD-55A5-D2698E158E9D}"/>
              </a:ext>
            </a:extLst>
          </p:cNvPr>
          <p:cNvSpPr/>
          <p:nvPr/>
        </p:nvSpPr>
        <p:spPr>
          <a:xfrm>
            <a:off x="4358617" y="4541010"/>
            <a:ext cx="1677688" cy="231195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Target groups</a:t>
            </a:r>
            <a:endParaRPr lang="ko-KR" altLang="en-US" sz="14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8DA433-8249-58DC-A0B2-CD4EA3BA1D57}"/>
              </a:ext>
            </a:extLst>
          </p:cNvPr>
          <p:cNvSpPr/>
          <p:nvPr/>
        </p:nvSpPr>
        <p:spPr>
          <a:xfrm>
            <a:off x="4413324" y="4852161"/>
            <a:ext cx="2946374" cy="351844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Target type</a:t>
            </a:r>
            <a:endParaRPr lang="ko-KR" altLang="en-US" sz="12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3BE4C02-3F71-5796-612D-78DE17B31C50}"/>
              </a:ext>
            </a:extLst>
          </p:cNvPr>
          <p:cNvSpPr/>
          <p:nvPr/>
        </p:nvSpPr>
        <p:spPr>
          <a:xfrm>
            <a:off x="4413324" y="5243268"/>
            <a:ext cx="2946374" cy="351844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/>
              <a:t>Protocal,port</a:t>
            </a:r>
            <a:endParaRPr lang="ko-KR" altLang="en-US" sz="12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0A1D0E8-C99D-906B-97FF-811E90CDBB26}"/>
              </a:ext>
            </a:extLst>
          </p:cNvPr>
          <p:cNvSpPr/>
          <p:nvPr/>
        </p:nvSpPr>
        <p:spPr>
          <a:xfrm>
            <a:off x="4413324" y="5634375"/>
            <a:ext cx="2946374" cy="351844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VPC</a:t>
            </a:r>
            <a:endParaRPr lang="ko-KR" altLang="en-US" sz="12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26093FE-F4E1-13D2-7B6E-0F28B8A03812}"/>
              </a:ext>
            </a:extLst>
          </p:cNvPr>
          <p:cNvSpPr/>
          <p:nvPr/>
        </p:nvSpPr>
        <p:spPr>
          <a:xfrm>
            <a:off x="4413323" y="6068767"/>
            <a:ext cx="2946374" cy="351844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Health check (</a:t>
            </a:r>
            <a:r>
              <a:rPr lang="ko-KR" altLang="en-US" sz="1200" dirty="0"/>
              <a:t>트래픽 보낼지 응답체크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1585F83-AC3B-D1FC-FA50-EEF54E2B80C9}"/>
              </a:ext>
            </a:extLst>
          </p:cNvPr>
          <p:cNvSpPr/>
          <p:nvPr/>
        </p:nvSpPr>
        <p:spPr>
          <a:xfrm>
            <a:off x="8678004" y="2618526"/>
            <a:ext cx="3223203" cy="350922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CBFCE5F-81CC-3DD4-FCC4-00C3B286E6CE}"/>
              </a:ext>
            </a:extLst>
          </p:cNvPr>
          <p:cNvSpPr/>
          <p:nvPr/>
        </p:nvSpPr>
        <p:spPr>
          <a:xfrm>
            <a:off x="8761712" y="2736581"/>
            <a:ext cx="1677688" cy="231195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Load</a:t>
            </a:r>
            <a:r>
              <a:rPr lang="ko-KR" altLang="en-US" sz="1400" dirty="0"/>
              <a:t> </a:t>
            </a:r>
            <a:r>
              <a:rPr lang="en-US" altLang="ko-KR" sz="1400" dirty="0"/>
              <a:t>Balancer(ELB)</a:t>
            </a:r>
            <a:endParaRPr lang="ko-KR" altLang="en-US" sz="14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EC7E694-F452-DE13-8479-F630CA9A7658}"/>
              </a:ext>
            </a:extLst>
          </p:cNvPr>
          <p:cNvSpPr/>
          <p:nvPr/>
        </p:nvSpPr>
        <p:spPr>
          <a:xfrm>
            <a:off x="8816419" y="3047732"/>
            <a:ext cx="2946374" cy="351844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Load balancer type</a:t>
            </a:r>
            <a:endParaRPr lang="ko-KR" altLang="en-US" sz="120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E447DB0-484C-E864-A9C4-B2E6FB5D11F7}"/>
              </a:ext>
            </a:extLst>
          </p:cNvPr>
          <p:cNvSpPr/>
          <p:nvPr/>
        </p:nvSpPr>
        <p:spPr>
          <a:xfrm>
            <a:off x="8816419" y="3438839"/>
            <a:ext cx="2946374" cy="351844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Scheme (traffic from where)</a:t>
            </a:r>
            <a:endParaRPr lang="ko-KR" altLang="en-US" sz="12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60FD926-F903-534B-89C2-92A813DF7C69}"/>
              </a:ext>
            </a:extLst>
          </p:cNvPr>
          <p:cNvSpPr/>
          <p:nvPr/>
        </p:nvSpPr>
        <p:spPr>
          <a:xfrm>
            <a:off x="8816419" y="3829946"/>
            <a:ext cx="2946374" cy="351844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VPC, Subnet</a:t>
            </a:r>
            <a:endParaRPr lang="ko-KR" altLang="en-US" sz="120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FC70C05-D4E5-6FDF-992A-5F45FBBD903C}"/>
              </a:ext>
            </a:extLst>
          </p:cNvPr>
          <p:cNvSpPr/>
          <p:nvPr/>
        </p:nvSpPr>
        <p:spPr>
          <a:xfrm>
            <a:off x="8816418" y="4264338"/>
            <a:ext cx="2946374" cy="351844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Security groups</a:t>
            </a:r>
            <a:endParaRPr lang="ko-KR" altLang="en-US" sz="120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8A9C849-E2C6-810D-06B7-D9628AA9387C}"/>
              </a:ext>
            </a:extLst>
          </p:cNvPr>
          <p:cNvSpPr/>
          <p:nvPr/>
        </p:nvSpPr>
        <p:spPr>
          <a:xfrm>
            <a:off x="8816418" y="4696138"/>
            <a:ext cx="2946374" cy="351844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Listeners and routing</a:t>
            </a:r>
            <a:endParaRPr lang="ko-KR" altLang="en-US" sz="120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D847C2F-8A7E-A64C-682A-1CD5B1447821}"/>
              </a:ext>
            </a:extLst>
          </p:cNvPr>
          <p:cNvSpPr/>
          <p:nvPr/>
        </p:nvSpPr>
        <p:spPr>
          <a:xfrm>
            <a:off x="9455150" y="5122035"/>
            <a:ext cx="2307642" cy="398889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/>
              <a:t>Protocal,port</a:t>
            </a:r>
            <a:r>
              <a:rPr lang="en-US" altLang="ko-KR" sz="1200" dirty="0"/>
              <a:t> / target groups</a:t>
            </a:r>
            <a:endParaRPr lang="ko-KR" altLang="en-US" sz="1200" dirty="0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846F89B-2DD8-EA24-9482-91053EE36974}"/>
              </a:ext>
            </a:extLst>
          </p:cNvPr>
          <p:cNvCxnSpPr>
            <a:cxnSpLocks/>
            <a:stCxn id="24" idx="3"/>
            <a:endCxn id="45" idx="1"/>
          </p:cNvCxnSpPr>
          <p:nvPr/>
        </p:nvCxnSpPr>
        <p:spPr>
          <a:xfrm flipV="1">
            <a:off x="7498112" y="5321480"/>
            <a:ext cx="1957038" cy="1994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07CE3ADF-9668-BD05-7D96-BEF25A21F08B}"/>
              </a:ext>
            </a:extLst>
          </p:cNvPr>
          <p:cNvCxnSpPr>
            <a:cxnSpLocks/>
            <a:stCxn id="34" idx="0"/>
            <a:endCxn id="12" idx="3"/>
          </p:cNvCxnSpPr>
          <p:nvPr/>
        </p:nvCxnSpPr>
        <p:spPr>
          <a:xfrm flipH="1" flipV="1">
            <a:off x="7945157" y="1517650"/>
            <a:ext cx="2344449" cy="11008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4E9CB2DB-A3F0-EC2D-3244-4D15A71121E6}"/>
              </a:ext>
            </a:extLst>
          </p:cNvPr>
          <p:cNvSpPr/>
          <p:nvPr/>
        </p:nvSpPr>
        <p:spPr>
          <a:xfrm>
            <a:off x="8859629" y="1734936"/>
            <a:ext cx="1429976" cy="351844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Integration</a:t>
            </a:r>
            <a:endParaRPr lang="ko-KR" altLang="en-US" sz="1200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BFD89F7C-9333-131D-CC23-AC465F3DA391}"/>
              </a:ext>
            </a:extLst>
          </p:cNvPr>
          <p:cNvSpPr/>
          <p:nvPr/>
        </p:nvSpPr>
        <p:spPr>
          <a:xfrm>
            <a:off x="10439400" y="2049486"/>
            <a:ext cx="1429976" cy="351844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Health check from ELB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1611533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369</Words>
  <Application>Microsoft Office PowerPoint</Application>
  <PresentationFormat>Widescreen</PresentationFormat>
  <Paragraphs>177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imjg0</dc:creator>
  <cp:lastModifiedBy>imjg0</cp:lastModifiedBy>
  <cp:revision>1</cp:revision>
  <dcterms:created xsi:type="dcterms:W3CDTF">2026-04-09T16:17:21Z</dcterms:created>
  <dcterms:modified xsi:type="dcterms:W3CDTF">2026-04-09T16:17:26Z</dcterms:modified>
</cp:coreProperties>
</file>